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77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94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8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39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19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64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35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7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38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32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85CDF-76EB-44B1-801C-697BA9F7981D}" type="datetimeFigureOut">
              <a:rPr lang="en-IN" smtClean="0"/>
              <a:t>20-03-2023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B60EB-B194-4440-8A07-0E63ED9D2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28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601" y="2071776"/>
            <a:ext cx="6591122" cy="117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6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822" y="526929"/>
            <a:ext cx="8001091" cy="532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0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6" y="613823"/>
            <a:ext cx="8107572" cy="527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9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37" y="503297"/>
            <a:ext cx="2857500" cy="485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37" y="484247"/>
            <a:ext cx="1866900" cy="504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149" y="1590944"/>
            <a:ext cx="8924296" cy="473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3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23" y="1118648"/>
            <a:ext cx="8532064" cy="536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7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73" y="746095"/>
            <a:ext cx="7588549" cy="52060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6273" y="5805577"/>
            <a:ext cx="16449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48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66" y="804413"/>
            <a:ext cx="8327457" cy="5615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8687" y="804413"/>
            <a:ext cx="940279" cy="4377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18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64" y="1115503"/>
            <a:ext cx="9048926" cy="455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88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70" y="682474"/>
            <a:ext cx="7983568" cy="535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97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22" y="1084412"/>
            <a:ext cx="8614644" cy="504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1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63" y="926710"/>
            <a:ext cx="7989858" cy="515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4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771" y="986556"/>
            <a:ext cx="8360165" cy="524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68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438" y="739535"/>
            <a:ext cx="7312954" cy="550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5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13" y="584440"/>
            <a:ext cx="7538498" cy="59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07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16" y="734233"/>
            <a:ext cx="8623450" cy="430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2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374" y="691011"/>
            <a:ext cx="8013132" cy="54262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1215" y="707366"/>
            <a:ext cx="500332" cy="3881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311215" y="707366"/>
            <a:ext cx="741872" cy="5175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845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98" y="778264"/>
            <a:ext cx="8707467" cy="472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5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365" y="591628"/>
            <a:ext cx="9219212" cy="534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53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96" y="421795"/>
            <a:ext cx="8477429" cy="591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82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326" y="478047"/>
            <a:ext cx="8225466" cy="564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76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04" y="444350"/>
            <a:ext cx="8235262" cy="607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51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0" y="182861"/>
            <a:ext cx="8193388" cy="591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69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63" y="688046"/>
            <a:ext cx="8206417" cy="570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6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89" y="781230"/>
            <a:ext cx="8248022" cy="551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78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66" y="509856"/>
            <a:ext cx="8541140" cy="574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0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99" y="373272"/>
            <a:ext cx="8330152" cy="608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8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80" y="364735"/>
            <a:ext cx="9002473" cy="59682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887" y="543464"/>
            <a:ext cx="1000664" cy="500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5928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38" y="341821"/>
            <a:ext cx="9237402" cy="471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35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55" y="398792"/>
            <a:ext cx="7451066" cy="594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23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51" y="383785"/>
            <a:ext cx="8680331" cy="51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45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98" y="580306"/>
            <a:ext cx="8151874" cy="492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66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csedept</dc:creator>
  <cp:lastModifiedBy>csedept</cp:lastModifiedBy>
  <cp:revision>2</cp:revision>
  <dcterms:created xsi:type="dcterms:W3CDTF">2023-03-20T05:02:55Z</dcterms:created>
  <dcterms:modified xsi:type="dcterms:W3CDTF">2023-03-20T05:06:18Z</dcterms:modified>
</cp:coreProperties>
</file>