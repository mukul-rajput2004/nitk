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4.png" ContentType="image/png"/>
  <Override PartName="/ppt/media/image3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6.xml" ContentType="application/vnd.openxmlformats-officedocument.presentationml.slide+xml"/>
  <Override PartName="/ppt/slides/slide14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_rels/slide17.xml.rels" ContentType="application/vnd.openxmlformats-package.relationships+xml"/>
  <Override PartName="/ppt/slides/_rels/slide18.xml.rels" ContentType="application/vnd.openxmlformats-package.relationships+xml"/>
  <Override PartName="/ppt/slides/_rels/slide20.xml.rels" ContentType="application/vnd.openxmlformats-package.relationships+xml"/>
  <Override PartName="/ppt/slides/_rels/slide2.xml.rels" ContentType="application/vnd.openxmlformats-package.relationships+xml"/>
  <Override PartName="/ppt/slides/_rels/slide19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22.xml.rels" ContentType="application/vnd.openxmlformats-package.relationships+xml"/>
  <Override PartName="/ppt/slides/_rels/slide23.xml.rels" ContentType="application/vnd.openxmlformats-package.relationships+xml"/>
  <Override PartName="/ppt/slides/_rels/slide14.xml.rels" ContentType="application/vnd.openxmlformats-package.relationships+xml"/>
  <Override PartName="/ppt/slides/_rels/slide24.xml.rels" ContentType="application/vnd.openxmlformats-package.relationships+xml"/>
  <Override PartName="/ppt/slides/_rels/slide15.xml.rels" ContentType="application/vnd.openxmlformats-package.relationships+xml"/>
  <Override PartName="/ppt/slides/_rels/slide13.xml.rels" ContentType="application/vnd.openxmlformats-package.relationships+xml"/>
  <Override PartName="/ppt/slides/_rels/slide16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25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26.xml.rels" ContentType="application/vnd.openxmlformats-package.relationships+xml"/>
  <Override PartName="/ppt/slides/_rels/slide11.xml.rels" ContentType="application/vnd.openxmlformats-package.relationships+xml"/>
  <Override PartName="/ppt/slides/slide16.xml" ContentType="application/vnd.openxmlformats-officedocument.presentationml.slide+xml"/>
  <Override PartName="/ppt/slides/slide1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8BBA15-4DB6-4CA9-B9EC-0D9CEC501BD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3B1A60-9FDE-4A17-877C-55BDA59A07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964477-ED2C-433F-80A2-03C9815F5B9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25792C-F612-4D42-BF88-3904DE21455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056FC88-959D-47DA-9080-2890F44556C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0AD7CEC-BDE9-467D-A3DA-708B3E95C28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BD7DFE9-EB56-40B5-B706-231E6B0A41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95222-6B9D-4B42-BB5E-15509FBFD30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68ABE40-599E-4B56-8A7C-1C4CF4F54A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EFFEB2C-AFA3-4F54-B180-354FD657E46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62A73E9-5BBB-44A6-8A1A-ACEFEB05FC9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796292-B25D-4C37-BBA1-726ED0B5B8B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886E208-FB6E-4419-B41D-C6862C67EC0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AF8199-8A5A-4BD7-9A20-9837721DE61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C5ACD08-7C45-4E63-88EE-76AE4F967D5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5987C3-E7AC-4D45-A6A8-74EDCD29EB5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87CD5DD-4427-465C-96B8-2C938F30CCD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33DB60-0219-4DD6-A873-57E5FC16C80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7511D5D-B081-44DF-81D1-EABEF740334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20C8A27-63BF-4A0F-A42A-5BDDECA031D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908EC5-82DC-49F7-9631-E19545501BD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74B48F-4F5F-4CF4-B5B2-24E5712ABFD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6ECDD1A-E0A3-4287-BF58-FB603DADA1DF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F4136CE-93B2-42D8-97C2-6E2E54234B4D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4CBEFE9B-FC3F-4127-AF16-99DF2A2F30B9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>
              <a:lnSpc>
                <a:spcPct val="9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Edit Master text styles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1" marL="6858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IN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IN" sz="1200" spc="-1" strike="noStrike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lang="en-IN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87454E59-0490-412E-8805-9DE207BAA5E9}" type="slidenum">
              <a:rPr b="0" lang="en-IN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2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2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1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2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1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2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3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Picture 3" descr=""/>
          <p:cNvPicPr/>
          <p:nvPr/>
        </p:nvPicPr>
        <p:blipFill>
          <a:blip r:embed="rId1"/>
          <a:stretch/>
        </p:blipFill>
        <p:spPr>
          <a:xfrm>
            <a:off x="3471480" y="2831400"/>
            <a:ext cx="5714640" cy="780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4" descr=""/>
          <p:cNvPicPr/>
          <p:nvPr/>
        </p:nvPicPr>
        <p:blipFill>
          <a:blip r:embed="rId1"/>
          <a:stretch/>
        </p:blipFill>
        <p:spPr>
          <a:xfrm>
            <a:off x="2624040" y="861840"/>
            <a:ext cx="6943320" cy="51336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Picture 5" descr=""/>
          <p:cNvPicPr/>
          <p:nvPr/>
        </p:nvPicPr>
        <p:blipFill>
          <a:blip r:embed="rId1"/>
          <a:stretch/>
        </p:blipFill>
        <p:spPr>
          <a:xfrm>
            <a:off x="2604960" y="852480"/>
            <a:ext cx="6981480" cy="5152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Picture 1" descr=""/>
          <p:cNvPicPr/>
          <p:nvPr/>
        </p:nvPicPr>
        <p:blipFill>
          <a:blip r:embed="rId1"/>
          <a:stretch/>
        </p:blipFill>
        <p:spPr>
          <a:xfrm>
            <a:off x="988920" y="500040"/>
            <a:ext cx="7913160" cy="56257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Picture 1" descr=""/>
          <p:cNvPicPr/>
          <p:nvPr/>
        </p:nvPicPr>
        <p:blipFill>
          <a:blip r:embed="rId1"/>
          <a:stretch/>
        </p:blipFill>
        <p:spPr>
          <a:xfrm>
            <a:off x="2300400" y="942840"/>
            <a:ext cx="7590960" cy="4971600"/>
          </a:xfrm>
          <a:prstGeom prst="rect">
            <a:avLst/>
          </a:prstGeom>
          <a:ln w="0">
            <a:noFill/>
          </a:ln>
        </p:spPr>
      </p:pic>
      <p:sp>
        <p:nvSpPr>
          <p:cNvPr id="87" name="TextBox 2"/>
          <p:cNvSpPr/>
          <p:nvPr/>
        </p:nvSpPr>
        <p:spPr>
          <a:xfrm>
            <a:off x="9014760" y="5676120"/>
            <a:ext cx="1077840" cy="4136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2" descr=""/>
          <p:cNvPicPr/>
          <p:nvPr/>
        </p:nvPicPr>
        <p:blipFill>
          <a:blip r:embed="rId1"/>
          <a:stretch/>
        </p:blipFill>
        <p:spPr>
          <a:xfrm>
            <a:off x="2405160" y="838080"/>
            <a:ext cx="7381440" cy="5181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Picture 1" descr=""/>
          <p:cNvPicPr/>
          <p:nvPr/>
        </p:nvPicPr>
        <p:blipFill>
          <a:blip r:embed="rId1"/>
          <a:stretch/>
        </p:blipFill>
        <p:spPr>
          <a:xfrm>
            <a:off x="2357280" y="880920"/>
            <a:ext cx="7476840" cy="5095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Picture 6" descr=""/>
          <p:cNvPicPr/>
          <p:nvPr/>
        </p:nvPicPr>
        <p:blipFill>
          <a:blip r:embed="rId1"/>
          <a:stretch/>
        </p:blipFill>
        <p:spPr>
          <a:xfrm>
            <a:off x="2652840" y="914400"/>
            <a:ext cx="6886080" cy="5028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Picture 7" descr=""/>
          <p:cNvPicPr/>
          <p:nvPr/>
        </p:nvPicPr>
        <p:blipFill>
          <a:blip r:embed="rId1"/>
          <a:stretch/>
        </p:blipFill>
        <p:spPr>
          <a:xfrm>
            <a:off x="2709720" y="733320"/>
            <a:ext cx="6771960" cy="5390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Picture 1" descr=""/>
          <p:cNvPicPr/>
          <p:nvPr/>
        </p:nvPicPr>
        <p:blipFill>
          <a:blip r:embed="rId1"/>
          <a:stretch/>
        </p:blipFill>
        <p:spPr>
          <a:xfrm>
            <a:off x="2281320" y="733320"/>
            <a:ext cx="7629120" cy="5390640"/>
          </a:xfrm>
          <a:prstGeom prst="rect">
            <a:avLst/>
          </a:prstGeom>
          <a:ln w="0">
            <a:noFill/>
          </a:ln>
        </p:spPr>
      </p:pic>
      <p:sp>
        <p:nvSpPr>
          <p:cNvPr id="93" name="TextBox 2"/>
          <p:cNvSpPr/>
          <p:nvPr/>
        </p:nvSpPr>
        <p:spPr>
          <a:xfrm>
            <a:off x="9376920" y="5658840"/>
            <a:ext cx="379080" cy="465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Box 3"/>
          <p:cNvSpPr/>
          <p:nvPr/>
        </p:nvSpPr>
        <p:spPr>
          <a:xfrm>
            <a:off x="8695440" y="4977360"/>
            <a:ext cx="1060560" cy="4741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5" name="TextBox 4"/>
          <p:cNvSpPr/>
          <p:nvPr/>
        </p:nvSpPr>
        <p:spPr>
          <a:xfrm>
            <a:off x="8755920" y="5382720"/>
            <a:ext cx="922680" cy="56052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1" descr=""/>
          <p:cNvPicPr/>
          <p:nvPr/>
        </p:nvPicPr>
        <p:blipFill>
          <a:blip r:embed="rId1"/>
          <a:stretch/>
        </p:blipFill>
        <p:spPr>
          <a:xfrm>
            <a:off x="2324160" y="609480"/>
            <a:ext cx="7543440" cy="5638320"/>
          </a:xfrm>
          <a:prstGeom prst="rect">
            <a:avLst/>
          </a:prstGeom>
          <a:ln w="0">
            <a:noFill/>
          </a:ln>
        </p:spPr>
      </p:pic>
      <p:sp>
        <p:nvSpPr>
          <p:cNvPr id="97" name="TextBox 2"/>
          <p:cNvSpPr/>
          <p:nvPr/>
        </p:nvSpPr>
        <p:spPr>
          <a:xfrm>
            <a:off x="9204480" y="5719320"/>
            <a:ext cx="914040" cy="60336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Box 3"/>
          <p:cNvSpPr/>
          <p:nvPr/>
        </p:nvSpPr>
        <p:spPr>
          <a:xfrm>
            <a:off x="2734560" y="3864600"/>
            <a:ext cx="3381120" cy="24580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8" descr=""/>
          <p:cNvPicPr/>
          <p:nvPr/>
        </p:nvPicPr>
        <p:blipFill>
          <a:blip r:embed="rId1"/>
          <a:stretch/>
        </p:blipFill>
        <p:spPr>
          <a:xfrm>
            <a:off x="2714760" y="704880"/>
            <a:ext cx="6762240" cy="54478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" descr=""/>
          <p:cNvPicPr/>
          <p:nvPr/>
        </p:nvPicPr>
        <p:blipFill>
          <a:blip r:embed="rId1"/>
          <a:stretch/>
        </p:blipFill>
        <p:spPr>
          <a:xfrm>
            <a:off x="2690640" y="728640"/>
            <a:ext cx="6810120" cy="5400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Picture 1" descr=""/>
          <p:cNvPicPr/>
          <p:nvPr/>
        </p:nvPicPr>
        <p:blipFill>
          <a:blip r:embed="rId1"/>
          <a:stretch/>
        </p:blipFill>
        <p:spPr>
          <a:xfrm>
            <a:off x="2324160" y="576360"/>
            <a:ext cx="7543440" cy="5705280"/>
          </a:xfrm>
          <a:prstGeom prst="rect">
            <a:avLst/>
          </a:prstGeom>
          <a:ln w="0">
            <a:noFill/>
          </a:ln>
        </p:spPr>
      </p:pic>
      <p:sp>
        <p:nvSpPr>
          <p:cNvPr id="102" name="TextBox 2"/>
          <p:cNvSpPr/>
          <p:nvPr/>
        </p:nvSpPr>
        <p:spPr>
          <a:xfrm>
            <a:off x="9428760" y="5624280"/>
            <a:ext cx="586080" cy="75888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Picture 1" descr=""/>
          <p:cNvPicPr/>
          <p:nvPr/>
        </p:nvPicPr>
        <p:blipFill>
          <a:blip r:embed="rId1"/>
          <a:stretch/>
        </p:blipFill>
        <p:spPr>
          <a:xfrm>
            <a:off x="2395440" y="938160"/>
            <a:ext cx="7400520" cy="4981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Picture 10" descr=""/>
          <p:cNvPicPr/>
          <p:nvPr/>
        </p:nvPicPr>
        <p:blipFill>
          <a:blip r:embed="rId1"/>
          <a:stretch/>
        </p:blipFill>
        <p:spPr>
          <a:xfrm>
            <a:off x="2781360" y="762120"/>
            <a:ext cx="6629040" cy="53337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Picture 1" descr=""/>
          <p:cNvPicPr/>
          <p:nvPr/>
        </p:nvPicPr>
        <p:blipFill>
          <a:blip r:embed="rId1"/>
          <a:stretch/>
        </p:blipFill>
        <p:spPr>
          <a:xfrm>
            <a:off x="2238480" y="690480"/>
            <a:ext cx="7714800" cy="5476680"/>
          </a:xfrm>
          <a:prstGeom prst="rect">
            <a:avLst/>
          </a:prstGeom>
          <a:ln w="0">
            <a:noFill/>
          </a:ln>
        </p:spPr>
      </p:pic>
      <p:sp>
        <p:nvSpPr>
          <p:cNvPr id="106" name="TextBox 2"/>
          <p:cNvSpPr/>
          <p:nvPr/>
        </p:nvSpPr>
        <p:spPr>
          <a:xfrm>
            <a:off x="8738640" y="5305320"/>
            <a:ext cx="1121040" cy="750240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Picture 11" descr=""/>
          <p:cNvPicPr/>
          <p:nvPr/>
        </p:nvPicPr>
        <p:blipFill>
          <a:blip r:embed="rId1"/>
          <a:stretch/>
        </p:blipFill>
        <p:spPr>
          <a:xfrm>
            <a:off x="2657520" y="885960"/>
            <a:ext cx="6876720" cy="50860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Picture 12" descr=""/>
          <p:cNvPicPr/>
          <p:nvPr/>
        </p:nvPicPr>
        <p:blipFill>
          <a:blip r:embed="rId1"/>
          <a:stretch/>
        </p:blipFill>
        <p:spPr>
          <a:xfrm>
            <a:off x="2685960" y="685800"/>
            <a:ext cx="6819480" cy="5486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Picture 1" descr=""/>
          <p:cNvPicPr/>
          <p:nvPr/>
        </p:nvPicPr>
        <p:blipFill>
          <a:blip r:embed="rId1"/>
          <a:stretch/>
        </p:blipFill>
        <p:spPr>
          <a:xfrm>
            <a:off x="2324160" y="995400"/>
            <a:ext cx="7543440" cy="48668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Picture 1" descr=""/>
          <p:cNvPicPr/>
          <p:nvPr/>
        </p:nvPicPr>
        <p:blipFill>
          <a:blip r:embed="rId1"/>
          <a:stretch/>
        </p:blipFill>
        <p:spPr>
          <a:xfrm>
            <a:off x="2647800" y="1871640"/>
            <a:ext cx="6895800" cy="31143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1" descr=""/>
          <p:cNvPicPr/>
          <p:nvPr/>
        </p:nvPicPr>
        <p:blipFill>
          <a:blip r:embed="rId1"/>
          <a:stretch/>
        </p:blipFill>
        <p:spPr>
          <a:xfrm>
            <a:off x="2585880" y="2000160"/>
            <a:ext cx="7019640" cy="2857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Picture 1" descr=""/>
          <p:cNvPicPr/>
          <p:nvPr/>
        </p:nvPicPr>
        <p:blipFill>
          <a:blip r:embed="rId1"/>
          <a:stretch/>
        </p:blipFill>
        <p:spPr>
          <a:xfrm>
            <a:off x="2552760" y="900000"/>
            <a:ext cx="7086240" cy="5057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Picture 1" descr=""/>
          <p:cNvPicPr/>
          <p:nvPr/>
        </p:nvPicPr>
        <p:blipFill>
          <a:blip r:embed="rId1"/>
          <a:stretch/>
        </p:blipFill>
        <p:spPr>
          <a:xfrm>
            <a:off x="2738520" y="719280"/>
            <a:ext cx="6714720" cy="5419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Picture 3" descr=""/>
          <p:cNvPicPr/>
          <p:nvPr/>
        </p:nvPicPr>
        <p:blipFill>
          <a:blip r:embed="rId1"/>
          <a:stretch/>
        </p:blipFill>
        <p:spPr>
          <a:xfrm>
            <a:off x="2719440" y="714240"/>
            <a:ext cx="6752880" cy="5428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LibreOffice/7.3.7.2$Linux_X86_64 LibreOffice_project/30$Build-2</Application>
  <AppVersion>15.0000</AppVersion>
  <Words>0</Words>
  <Paragraphs>0</Paragraphs>
  <Company>HP Inc.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2023-03-20T10:16:53Z</dcterms:created>
  <dc:creator>csedept</dc:creator>
  <dc:description/>
  <dc:language>en-IN</dc:language>
  <cp:lastModifiedBy/>
  <dcterms:modified xsi:type="dcterms:W3CDTF">2023-03-20T16:11:41Z</dcterms:modified>
  <cp:revision>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26</vt:i4>
  </property>
</Properties>
</file>