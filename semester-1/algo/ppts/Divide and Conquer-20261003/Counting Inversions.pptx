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198BD-5701-47B4-AA7E-B115C3A50954}" v="4" dt="2023-03-09T04:42:27.498"/>
    <p1510:client id="{C7F4B301-9C53-4812-B525-672E51A63973}" v="1" dt="2023-03-09T04:42:57.8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i M" userId="S::vani@nitk.edu.in::9f867ec2-d179-416e-96b4-81b00a4a4de3" providerId="AD" clId="Web-{C7F4B301-9C53-4812-B525-672E51A63973}"/>
    <pc:docChg chg="delSld">
      <pc:chgData name="Vani M" userId="S::vani@nitk.edu.in::9f867ec2-d179-416e-96b4-81b00a4a4de3" providerId="AD" clId="Web-{C7F4B301-9C53-4812-B525-672E51A63973}" dt="2023-03-09T04:42:57.838" v="0"/>
      <pc:docMkLst>
        <pc:docMk/>
      </pc:docMkLst>
      <pc:sldChg chg="del">
        <pc:chgData name="Vani M" userId="S::vani@nitk.edu.in::9f867ec2-d179-416e-96b4-81b00a4a4de3" providerId="AD" clId="Web-{C7F4B301-9C53-4812-B525-672E51A63973}" dt="2023-03-09T04:42:57.838" v="0"/>
        <pc:sldMkLst>
          <pc:docMk/>
          <pc:sldMk cId="0" sldId="256"/>
        </pc:sldMkLst>
      </pc:sldChg>
    </pc:docChg>
  </pc:docChgLst>
  <pc:docChgLst>
    <pc:chgData name="Vani M" userId="S::vani@nitk.edu.in::9f867ec2-d179-416e-96b4-81b00a4a4de3" providerId="AD" clId="Web-{A95198BD-5701-47B4-AA7E-B115C3A50954}"/>
    <pc:docChg chg="modSld">
      <pc:chgData name="Vani M" userId="S::vani@nitk.edu.in::9f867ec2-d179-416e-96b4-81b00a4a4de3" providerId="AD" clId="Web-{A95198BD-5701-47B4-AA7E-B115C3A50954}" dt="2023-03-09T04:42:27.498" v="2" actId="20577"/>
      <pc:docMkLst>
        <pc:docMk/>
      </pc:docMkLst>
      <pc:sldChg chg="modSp">
        <pc:chgData name="Vani M" userId="S::vani@nitk.edu.in::9f867ec2-d179-416e-96b4-81b00a4a4de3" providerId="AD" clId="Web-{A95198BD-5701-47B4-AA7E-B115C3A50954}" dt="2023-03-09T04:42:27.498" v="2" actId="20577"/>
        <pc:sldMkLst>
          <pc:docMk/>
          <pc:sldMk cId="0" sldId="258"/>
        </pc:sldMkLst>
        <pc:spChg chg="mod">
          <ac:chgData name="Vani M" userId="S::vani@nitk.edu.in::9f867ec2-d179-416e-96b4-81b00a4a4de3" providerId="AD" clId="Web-{A95198BD-5701-47B4-AA7E-B115C3A50954}" dt="2023-03-09T04:42:27.498" v="2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91CDA-97F8-4CC2-8EEC-224D45692BD9}" type="datetimeFigureOut">
              <a:t>3/8/2023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8AB28-43B9-457E-9DED-E2827170B6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7993" y="349099"/>
            <a:ext cx="5028013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895" y="2196389"/>
            <a:ext cx="8224209" cy="3853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9071" y="530709"/>
            <a:ext cx="558609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71039" algn="l"/>
                <a:tab pos="3242945" algn="l"/>
              </a:tabLst>
            </a:pPr>
            <a:r>
              <a:rPr sz="5000" spc="1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0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6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7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2755900"/>
            <a:ext cx="177800" cy="16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3149600"/>
            <a:ext cx="177800" cy="16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3556000"/>
            <a:ext cx="177800" cy="16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" y="4889500"/>
            <a:ext cx="177800" cy="16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5283200"/>
            <a:ext cx="177800" cy="16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1439" rIns="0" bIns="0" rtlCol="0">
            <a:spAutoFit/>
          </a:bodyPr>
          <a:lstStyle/>
          <a:p>
            <a:pPr marL="205740">
              <a:lnSpc>
                <a:spcPct val="100000"/>
              </a:lnSpc>
            </a:pPr>
            <a:r>
              <a:rPr spc="60" dirty="0">
                <a:solidFill>
                  <a:srgbClr val="FFFB00"/>
                </a:solidFill>
              </a:rPr>
              <a:t>D</a:t>
            </a:r>
            <a:r>
              <a:rPr spc="50" dirty="0">
                <a:solidFill>
                  <a:srgbClr val="FFFB00"/>
                </a:solidFill>
              </a:rPr>
              <a:t>i</a:t>
            </a:r>
            <a:r>
              <a:rPr spc="30" dirty="0">
                <a:solidFill>
                  <a:srgbClr val="FFFB00"/>
                </a:solidFill>
              </a:rPr>
              <a:t>v</a:t>
            </a:r>
            <a:r>
              <a:rPr spc="135" dirty="0">
                <a:solidFill>
                  <a:srgbClr val="FFFB00"/>
                </a:solidFill>
              </a:rPr>
              <a:t>i</a:t>
            </a:r>
            <a:r>
              <a:rPr spc="-30" dirty="0">
                <a:solidFill>
                  <a:srgbClr val="FFFB00"/>
                </a:solidFill>
              </a:rPr>
              <a:t>d</a:t>
            </a:r>
            <a:r>
              <a:rPr spc="310" dirty="0">
                <a:solidFill>
                  <a:srgbClr val="FFFB00"/>
                </a:solidFill>
              </a:rPr>
              <a:t>e</a:t>
            </a:r>
            <a:r>
              <a:rPr spc="185" dirty="0">
                <a:solidFill>
                  <a:srgbClr val="FFFB00"/>
                </a:solidFill>
              </a:rPr>
              <a:t>-</a:t>
            </a:r>
            <a:r>
              <a:rPr spc="140" dirty="0">
                <a:solidFill>
                  <a:srgbClr val="FFFB00"/>
                </a:solidFill>
              </a:rPr>
              <a:t>a</a:t>
            </a:r>
            <a:r>
              <a:rPr spc="75" dirty="0">
                <a:solidFill>
                  <a:srgbClr val="FFFB00"/>
                </a:solidFill>
              </a:rPr>
              <a:t>n</a:t>
            </a:r>
            <a:r>
              <a:rPr spc="-30" dirty="0">
                <a:solidFill>
                  <a:srgbClr val="FFFB00"/>
                </a:solidFill>
              </a:rPr>
              <a:t>d</a:t>
            </a:r>
            <a:r>
              <a:rPr spc="420" dirty="0">
                <a:solidFill>
                  <a:srgbClr val="FFFB00"/>
                </a:solidFill>
              </a:rPr>
              <a:t>-</a:t>
            </a:r>
            <a:r>
              <a:rPr spc="95" dirty="0">
                <a:solidFill>
                  <a:srgbClr val="FFFB00"/>
                </a:solidFill>
              </a:rPr>
              <a:t>c</a:t>
            </a:r>
            <a:r>
              <a:rPr spc="-35" dirty="0">
                <a:solidFill>
                  <a:srgbClr val="FFFB00"/>
                </a:solidFill>
              </a:rPr>
              <a:t>o</a:t>
            </a:r>
            <a:r>
              <a:rPr spc="-30" dirty="0">
                <a:solidFill>
                  <a:srgbClr val="FFFB00"/>
                </a:solidFill>
              </a:rPr>
              <a:t>n</a:t>
            </a:r>
            <a:r>
              <a:rPr dirty="0">
                <a:solidFill>
                  <a:srgbClr val="FFFB00"/>
                </a:solidFill>
              </a:rPr>
              <a:t>qu</a:t>
            </a:r>
            <a:r>
              <a:rPr spc="125" dirty="0">
                <a:solidFill>
                  <a:srgbClr val="FFFB00"/>
                </a:solidFill>
              </a:rPr>
              <a:t>e</a:t>
            </a:r>
            <a:r>
              <a:rPr spc="-90" dirty="0">
                <a:solidFill>
                  <a:srgbClr val="FFFB00"/>
                </a:solidFill>
              </a:rPr>
              <a:t>r</a:t>
            </a:r>
            <a:r>
              <a:rPr spc="110" dirty="0">
                <a:solidFill>
                  <a:srgbClr val="FFFB00"/>
                </a:solidFill>
              </a:rPr>
              <a:t>.</a:t>
            </a:r>
          </a:p>
          <a:p>
            <a:pPr marL="516890" marR="2226945">
              <a:lnSpc>
                <a:spcPct val="105000"/>
              </a:lnSpc>
            </a:pPr>
            <a:r>
              <a:rPr spc="60" dirty="0"/>
              <a:t>D</a:t>
            </a:r>
            <a:r>
              <a:rPr spc="50" dirty="0"/>
              <a:t>i</a:t>
            </a:r>
            <a:r>
              <a:rPr spc="30" dirty="0"/>
              <a:t>v</a:t>
            </a:r>
            <a:r>
              <a:rPr spc="135" dirty="0"/>
              <a:t>i</a:t>
            </a:r>
            <a:r>
              <a:rPr spc="-30" dirty="0"/>
              <a:t>d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-50" dirty="0"/>
              <a:t>p</a:t>
            </a:r>
            <a:r>
              <a:rPr spc="185" dirty="0"/>
              <a:t>r</a:t>
            </a:r>
            <a:r>
              <a:rPr spc="-95" dirty="0"/>
              <a:t>o</a:t>
            </a:r>
            <a:r>
              <a:rPr spc="90" dirty="0"/>
              <a:t>b</a:t>
            </a:r>
            <a:r>
              <a:rPr spc="40" dirty="0"/>
              <a:t>l</a:t>
            </a:r>
            <a:r>
              <a:rPr spc="-35" dirty="0"/>
              <a:t>em</a:t>
            </a:r>
            <a:r>
              <a:rPr dirty="0"/>
              <a:t> </a:t>
            </a:r>
            <a:r>
              <a:rPr spc="-170" dirty="0"/>
              <a:t> </a:t>
            </a:r>
            <a:r>
              <a:rPr spc="50" dirty="0"/>
              <a:t>i</a:t>
            </a:r>
            <a:r>
              <a:rPr spc="-125" dirty="0"/>
              <a:t>n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s</a:t>
            </a:r>
            <a:r>
              <a:rPr spc="55" dirty="0"/>
              <a:t>e</a:t>
            </a:r>
            <a:r>
              <a:rPr spc="10" dirty="0"/>
              <a:t>v</a:t>
            </a:r>
            <a:r>
              <a:rPr spc="125" dirty="0"/>
              <a:t>e</a:t>
            </a:r>
            <a:r>
              <a:rPr spc="55" dirty="0"/>
              <a:t>r</a:t>
            </a:r>
            <a:r>
              <a:rPr spc="120" dirty="0"/>
              <a:t>a</a:t>
            </a:r>
            <a:r>
              <a:rPr spc="180" dirty="0"/>
              <a:t>l</a:t>
            </a:r>
            <a:r>
              <a:rPr dirty="0"/>
              <a:t> </a:t>
            </a:r>
            <a:r>
              <a:rPr spc="-170" dirty="0"/>
              <a:t> </a:t>
            </a:r>
            <a:r>
              <a:rPr spc="10" dirty="0"/>
              <a:t>p</a:t>
            </a:r>
            <a:r>
              <a:rPr spc="100" dirty="0"/>
              <a:t>a</a:t>
            </a:r>
            <a:r>
              <a:rPr spc="225" dirty="0"/>
              <a:t>r</a:t>
            </a:r>
            <a:r>
              <a:rPr spc="305" dirty="0"/>
              <a:t>t</a:t>
            </a:r>
            <a:r>
              <a:rPr spc="-50" dirty="0"/>
              <a:t>s</a:t>
            </a:r>
            <a:r>
              <a:rPr spc="110" dirty="0"/>
              <a:t>.</a:t>
            </a:r>
            <a:r>
              <a:rPr spc="100" dirty="0"/>
              <a:t> </a:t>
            </a:r>
            <a:r>
              <a:rPr spc="325" dirty="0"/>
              <a:t>S</a:t>
            </a:r>
            <a:r>
              <a:rPr spc="-95" dirty="0"/>
              <a:t>o</a:t>
            </a:r>
            <a:r>
              <a:rPr spc="65" dirty="0"/>
              <a:t>l</a:t>
            </a:r>
            <a:r>
              <a:rPr spc="10" dirty="0"/>
              <a:t>v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110" dirty="0"/>
              <a:t>e</a:t>
            </a:r>
            <a:r>
              <a:rPr spc="25" dirty="0"/>
              <a:t>a</a:t>
            </a:r>
            <a:r>
              <a:rPr spc="175" dirty="0"/>
              <a:t>c</a:t>
            </a:r>
            <a:r>
              <a:rPr spc="50" dirty="0"/>
              <a:t>h</a:t>
            </a:r>
            <a:r>
              <a:rPr dirty="0"/>
              <a:t> </a:t>
            </a:r>
            <a:r>
              <a:rPr spc="-170" dirty="0"/>
              <a:t> </a:t>
            </a:r>
            <a:r>
              <a:rPr spc="10" dirty="0"/>
              <a:t>p</a:t>
            </a:r>
            <a:r>
              <a:rPr spc="100" dirty="0"/>
              <a:t>a</a:t>
            </a:r>
            <a:r>
              <a:rPr spc="225" dirty="0"/>
              <a:t>r</a:t>
            </a:r>
            <a:r>
              <a:rPr spc="305" dirty="0"/>
              <a:t>t</a:t>
            </a:r>
            <a:r>
              <a:rPr dirty="0"/>
              <a:t> </a:t>
            </a:r>
            <a:r>
              <a:rPr spc="-170" dirty="0"/>
              <a:t> </a:t>
            </a:r>
            <a:r>
              <a:rPr spc="165" dirty="0"/>
              <a:t>r</a:t>
            </a:r>
            <a:r>
              <a:rPr spc="105" dirty="0"/>
              <a:t>e</a:t>
            </a:r>
            <a:r>
              <a:rPr spc="175" dirty="0"/>
              <a:t>c</a:t>
            </a:r>
            <a:r>
              <a:rPr spc="45" dirty="0"/>
              <a:t>u</a:t>
            </a:r>
            <a:r>
              <a:rPr spc="265" dirty="0"/>
              <a:t>r</a:t>
            </a:r>
            <a:r>
              <a:rPr spc="105" dirty="0"/>
              <a:t>s</a:t>
            </a:r>
            <a:r>
              <a:rPr spc="50" dirty="0"/>
              <a:t>i</a:t>
            </a:r>
            <a:r>
              <a:rPr spc="10" dirty="0"/>
              <a:t>v</a:t>
            </a:r>
            <a:r>
              <a:rPr spc="170" dirty="0"/>
              <a:t>e</a:t>
            </a:r>
            <a:r>
              <a:rPr spc="-20" dirty="0"/>
              <a:t>l</a:t>
            </a:r>
            <a:r>
              <a:rPr spc="-45" dirty="0"/>
              <a:t>y</a:t>
            </a:r>
            <a:r>
              <a:rPr spc="110" dirty="0"/>
              <a:t>.</a:t>
            </a:r>
          </a:p>
          <a:p>
            <a:pPr marL="516890" marR="379730">
              <a:lnSpc>
                <a:spcPct val="105000"/>
              </a:lnSpc>
            </a:pPr>
            <a:r>
              <a:rPr spc="125" dirty="0"/>
              <a:t>C</a:t>
            </a:r>
            <a:r>
              <a:rPr spc="-20" dirty="0"/>
              <a:t>o</a:t>
            </a:r>
            <a:r>
              <a:rPr spc="-35" dirty="0"/>
              <a:t>mb</a:t>
            </a:r>
            <a:r>
              <a:rPr spc="50" dirty="0"/>
              <a:t>i</a:t>
            </a:r>
            <a:r>
              <a:rPr spc="0" dirty="0"/>
              <a:t>n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s</a:t>
            </a:r>
            <a:r>
              <a:rPr spc="-95" dirty="0"/>
              <a:t>o</a:t>
            </a:r>
            <a:r>
              <a:rPr spc="40" dirty="0"/>
              <a:t>l</a:t>
            </a:r>
            <a:r>
              <a:rPr spc="-145" dirty="0"/>
              <a:t>u</a:t>
            </a:r>
            <a:r>
              <a:rPr spc="315" dirty="0"/>
              <a:t>t</a:t>
            </a:r>
            <a:r>
              <a:rPr spc="50" dirty="0"/>
              <a:t>i</a:t>
            </a:r>
            <a:r>
              <a:rPr spc="-35" dirty="0"/>
              <a:t>o</a:t>
            </a:r>
            <a:r>
              <a:rPr spc="-30" dirty="0"/>
              <a:t>n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s</a:t>
            </a:r>
            <a:r>
              <a:rPr spc="10" dirty="0"/>
              <a:t>u</a:t>
            </a:r>
            <a:r>
              <a:rPr spc="90" dirty="0"/>
              <a:t>b</a:t>
            </a:r>
            <a:r>
              <a:rPr spc="420" dirty="0"/>
              <a:t>-</a:t>
            </a:r>
            <a:r>
              <a:rPr spc="-50" dirty="0"/>
              <a:t>p</a:t>
            </a:r>
            <a:r>
              <a:rPr spc="185" dirty="0"/>
              <a:t>r</a:t>
            </a:r>
            <a:r>
              <a:rPr spc="-95" dirty="0"/>
              <a:t>o</a:t>
            </a:r>
            <a:r>
              <a:rPr spc="90" dirty="0"/>
              <a:t>b</a:t>
            </a:r>
            <a:r>
              <a:rPr spc="40" dirty="0"/>
              <a:t>l</a:t>
            </a:r>
            <a:r>
              <a:rPr spc="10" dirty="0"/>
              <a:t>ems</a:t>
            </a:r>
            <a:r>
              <a:rPr dirty="0"/>
              <a:t> </a:t>
            </a:r>
            <a:r>
              <a:rPr spc="-170" dirty="0"/>
              <a:t> </a:t>
            </a:r>
            <a:r>
              <a:rPr spc="50" dirty="0"/>
              <a:t>i</a:t>
            </a:r>
            <a:r>
              <a:rPr spc="-125" dirty="0"/>
              <a:t>n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-20" dirty="0"/>
              <a:t>o</a:t>
            </a:r>
            <a:r>
              <a:rPr spc="10" dirty="0"/>
              <a:t>v</a:t>
            </a:r>
            <a:r>
              <a:rPr spc="125" dirty="0"/>
              <a:t>e</a:t>
            </a:r>
            <a:r>
              <a:rPr spc="55" dirty="0"/>
              <a:t>r</a:t>
            </a:r>
            <a:r>
              <a:rPr spc="120" dirty="0"/>
              <a:t>a</a:t>
            </a:r>
            <a:r>
              <a:rPr spc="140" dirty="0"/>
              <a:t>l</a:t>
            </a:r>
            <a:r>
              <a:rPr spc="180" dirty="0"/>
              <a:t>l </a:t>
            </a:r>
            <a:r>
              <a:rPr dirty="0"/>
              <a:t>s</a:t>
            </a:r>
            <a:r>
              <a:rPr spc="-5" dirty="0"/>
              <a:t>o</a:t>
            </a:r>
            <a:r>
              <a:rPr spc="40" dirty="0"/>
              <a:t>l</a:t>
            </a:r>
            <a:r>
              <a:rPr spc="-145" dirty="0"/>
              <a:t>u</a:t>
            </a:r>
            <a:r>
              <a:rPr spc="315" dirty="0"/>
              <a:t>t</a:t>
            </a:r>
            <a:r>
              <a:rPr spc="-15" dirty="0"/>
              <a:t>i</a:t>
            </a:r>
            <a:r>
              <a:rPr spc="25" dirty="0"/>
              <a:t>o</a:t>
            </a:r>
            <a:r>
              <a:rPr spc="-30" dirty="0"/>
              <a:t>n</a:t>
            </a:r>
            <a:r>
              <a:rPr spc="110" dirty="0"/>
              <a:t>.</a:t>
            </a:r>
          </a:p>
          <a:p>
            <a:pPr marL="205740">
              <a:lnSpc>
                <a:spcPct val="100000"/>
              </a:lnSpc>
              <a:spcBef>
                <a:spcPts val="1230"/>
              </a:spcBef>
            </a:pPr>
            <a:r>
              <a:rPr dirty="0"/>
              <a:t>M</a:t>
            </a:r>
            <a:r>
              <a:rPr spc="-70" dirty="0"/>
              <a:t>o</a:t>
            </a:r>
            <a:r>
              <a:rPr spc="-15" dirty="0"/>
              <a:t>s</a:t>
            </a:r>
            <a:r>
              <a:rPr spc="305" dirty="0"/>
              <a:t>t</a:t>
            </a:r>
            <a:r>
              <a:rPr dirty="0"/>
              <a:t> </a:t>
            </a:r>
            <a:r>
              <a:rPr spc="-170" dirty="0"/>
              <a:t> </a:t>
            </a:r>
            <a:r>
              <a:rPr spc="95" dirty="0"/>
              <a:t>c</a:t>
            </a:r>
            <a:r>
              <a:rPr spc="-20" dirty="0"/>
              <a:t>o</a:t>
            </a:r>
            <a:r>
              <a:rPr spc="-85" dirty="0"/>
              <a:t>m</a:t>
            </a:r>
            <a:r>
              <a:rPr spc="-140" dirty="0"/>
              <a:t>m</a:t>
            </a:r>
            <a:r>
              <a:rPr spc="-35" dirty="0"/>
              <a:t>o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75" dirty="0"/>
              <a:t>u</a:t>
            </a:r>
            <a:r>
              <a:rPr spc="105" dirty="0"/>
              <a:t>s</a:t>
            </a:r>
            <a:r>
              <a:rPr spc="140" dirty="0"/>
              <a:t>a</a:t>
            </a:r>
            <a:r>
              <a:rPr spc="175" dirty="0"/>
              <a:t>g</a:t>
            </a:r>
            <a:r>
              <a:rPr spc="55" dirty="0"/>
              <a:t>e:</a:t>
            </a:r>
          </a:p>
          <a:p>
            <a:pPr marL="516890" marR="5080">
              <a:lnSpc>
                <a:spcPct val="105000"/>
              </a:lnSpc>
            </a:pPr>
            <a:r>
              <a:rPr spc="114" dirty="0"/>
              <a:t>P</a:t>
            </a:r>
            <a:r>
              <a:rPr spc="185" dirty="0"/>
              <a:t>r</a:t>
            </a:r>
            <a:r>
              <a:rPr spc="-95" dirty="0"/>
              <a:t>o</a:t>
            </a:r>
            <a:r>
              <a:rPr spc="90" dirty="0"/>
              <a:t>b</a:t>
            </a:r>
            <a:r>
              <a:rPr spc="40" dirty="0"/>
              <a:t>l</a:t>
            </a:r>
            <a:r>
              <a:rPr spc="-35" dirty="0"/>
              <a:t>em</a:t>
            </a:r>
            <a:r>
              <a:rPr dirty="0"/>
              <a:t> </a:t>
            </a:r>
            <a:r>
              <a:rPr spc="-170" dirty="0"/>
              <a:t> </a:t>
            </a:r>
            <a:r>
              <a:rPr spc="-95" dirty="0"/>
              <a:t>o</a:t>
            </a:r>
            <a:r>
              <a:rPr spc="320" dirty="0"/>
              <a:t>f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s</a:t>
            </a:r>
            <a:r>
              <a:rPr spc="50" dirty="0"/>
              <a:t>i</a:t>
            </a:r>
            <a:r>
              <a:rPr spc="235" dirty="0"/>
              <a:t>z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dirty="0">
                <a:latin typeface="Century Gothic"/>
                <a:cs typeface="Century Gothic"/>
              </a:rPr>
              <a:t>→</a:t>
            </a:r>
            <a:r>
              <a:rPr spc="270" dirty="0">
                <a:latin typeface="Century Gothic"/>
                <a:cs typeface="Century Gothic"/>
              </a:rPr>
              <a:t> </a:t>
            </a:r>
            <a:r>
              <a:rPr spc="105" dirty="0">
                <a:solidFill>
                  <a:srgbClr val="FFFB00"/>
                </a:solidFill>
              </a:rPr>
              <a:t>t</a:t>
            </a:r>
            <a:r>
              <a:rPr spc="245" dirty="0">
                <a:solidFill>
                  <a:srgbClr val="FFFB00"/>
                </a:solidFill>
              </a:rPr>
              <a:t>w</a:t>
            </a:r>
            <a:r>
              <a:rPr spc="-95" dirty="0">
                <a:solidFill>
                  <a:srgbClr val="FFFB00"/>
                </a:solidFill>
              </a:rPr>
              <a:t>o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25" dirty="0">
                <a:solidFill>
                  <a:srgbClr val="FFFB00"/>
                </a:solidFill>
              </a:rPr>
              <a:t>equ</a:t>
            </a:r>
            <a:r>
              <a:rPr spc="120" dirty="0">
                <a:solidFill>
                  <a:srgbClr val="FFFB00"/>
                </a:solidFill>
              </a:rPr>
              <a:t>a</a:t>
            </a:r>
            <a:r>
              <a:rPr spc="180" dirty="0">
                <a:solidFill>
                  <a:srgbClr val="FFFB00"/>
                </a:solidFill>
              </a:rPr>
              <a:t>l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10" dirty="0">
                <a:solidFill>
                  <a:srgbClr val="FFFB00"/>
                </a:solidFill>
              </a:rPr>
              <a:t>p</a:t>
            </a:r>
            <a:r>
              <a:rPr spc="100" dirty="0">
                <a:solidFill>
                  <a:srgbClr val="FFFB00"/>
                </a:solidFill>
              </a:rPr>
              <a:t>a</a:t>
            </a:r>
            <a:r>
              <a:rPr spc="225" dirty="0">
                <a:solidFill>
                  <a:srgbClr val="FFFB00"/>
                </a:solidFill>
              </a:rPr>
              <a:t>r</a:t>
            </a:r>
            <a:r>
              <a:rPr spc="305" dirty="0">
                <a:solidFill>
                  <a:srgbClr val="FFFB00"/>
                </a:solidFill>
              </a:rPr>
              <a:t>t</a:t>
            </a:r>
            <a:r>
              <a:rPr spc="105" dirty="0">
                <a:solidFill>
                  <a:srgbClr val="FFFB00"/>
                </a:solidFill>
              </a:rPr>
              <a:t>s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110" dirty="0">
                <a:solidFill>
                  <a:srgbClr val="FFFB00"/>
                </a:solidFill>
              </a:rPr>
              <a:t>of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105" dirty="0">
                <a:solidFill>
                  <a:srgbClr val="FFFB00"/>
                </a:solidFill>
              </a:rPr>
              <a:t>s</a:t>
            </a:r>
            <a:r>
              <a:rPr spc="50" dirty="0">
                <a:solidFill>
                  <a:srgbClr val="FFFB00"/>
                </a:solidFill>
              </a:rPr>
              <a:t>i</a:t>
            </a:r>
            <a:r>
              <a:rPr spc="235" dirty="0">
                <a:solidFill>
                  <a:srgbClr val="FFFB00"/>
                </a:solidFill>
              </a:rPr>
              <a:t>z</a:t>
            </a:r>
            <a:r>
              <a:rPr spc="70" dirty="0">
                <a:solidFill>
                  <a:srgbClr val="FFFB00"/>
                </a:solidFill>
              </a:rPr>
              <a:t>e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-30" dirty="0">
                <a:solidFill>
                  <a:srgbClr val="FFFB00"/>
                </a:solidFill>
              </a:rPr>
              <a:t>n</a:t>
            </a:r>
            <a:r>
              <a:rPr spc="35" dirty="0">
                <a:solidFill>
                  <a:srgbClr val="FFFB00"/>
                </a:solidFill>
              </a:rPr>
              <a:t>/</a:t>
            </a:r>
            <a:r>
              <a:rPr spc="160" dirty="0">
                <a:solidFill>
                  <a:srgbClr val="FFFB00"/>
                </a:solidFill>
              </a:rPr>
              <a:t>2</a:t>
            </a:r>
            <a:r>
              <a:rPr spc="70" dirty="0">
                <a:solidFill>
                  <a:srgbClr val="FFFB00"/>
                </a:solidFill>
              </a:rPr>
              <a:t> </a:t>
            </a:r>
            <a:r>
              <a:rPr spc="125" dirty="0"/>
              <a:t>C</a:t>
            </a:r>
            <a:r>
              <a:rPr spc="-20" dirty="0"/>
              <a:t>o</a:t>
            </a:r>
            <a:r>
              <a:rPr spc="-35" dirty="0"/>
              <a:t>mb</a:t>
            </a:r>
            <a:r>
              <a:rPr spc="50" dirty="0"/>
              <a:t>i</a:t>
            </a:r>
            <a:r>
              <a:rPr spc="0" dirty="0"/>
              <a:t>n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dirty="0"/>
              <a:t>so</a:t>
            </a:r>
            <a:r>
              <a:rPr spc="40" dirty="0"/>
              <a:t>l</a:t>
            </a:r>
            <a:r>
              <a:rPr spc="-145" dirty="0"/>
              <a:t>u</a:t>
            </a:r>
            <a:r>
              <a:rPr spc="315" dirty="0"/>
              <a:t>t</a:t>
            </a:r>
            <a:r>
              <a:rPr spc="45" dirty="0"/>
              <a:t>i</a:t>
            </a:r>
            <a:r>
              <a:rPr spc="-35" dirty="0"/>
              <a:t>o</a:t>
            </a:r>
            <a:r>
              <a:rPr spc="30" dirty="0"/>
              <a:t>n</a:t>
            </a:r>
            <a:r>
              <a:rPr spc="25" dirty="0"/>
              <a:t>s</a:t>
            </a:r>
            <a:r>
              <a:rPr dirty="0"/>
              <a:t> </a:t>
            </a:r>
            <a:r>
              <a:rPr spc="-165" dirty="0"/>
              <a:t> </a:t>
            </a:r>
            <a:r>
              <a:rPr spc="45" dirty="0"/>
              <a:t>i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65" dirty="0">
                <a:solidFill>
                  <a:srgbClr val="FFFB00"/>
                </a:solidFill>
              </a:rPr>
              <a:t>l</a:t>
            </a:r>
            <a:r>
              <a:rPr spc="50" dirty="0">
                <a:solidFill>
                  <a:srgbClr val="FFFB00"/>
                </a:solidFill>
              </a:rPr>
              <a:t>i</a:t>
            </a:r>
            <a:r>
              <a:rPr spc="0" dirty="0">
                <a:solidFill>
                  <a:srgbClr val="FFFB00"/>
                </a:solidFill>
              </a:rPr>
              <a:t>n</a:t>
            </a:r>
            <a:r>
              <a:rPr spc="110" dirty="0">
                <a:solidFill>
                  <a:srgbClr val="FFFB00"/>
                </a:solidFill>
              </a:rPr>
              <a:t>e</a:t>
            </a:r>
            <a:r>
              <a:rPr spc="65" dirty="0">
                <a:solidFill>
                  <a:srgbClr val="FFFB00"/>
                </a:solidFill>
              </a:rPr>
              <a:t>a</a:t>
            </a:r>
            <a:r>
              <a:rPr spc="225" dirty="0">
                <a:solidFill>
                  <a:srgbClr val="FFFB00"/>
                </a:solidFill>
              </a:rPr>
              <a:t>r</a:t>
            </a:r>
            <a:r>
              <a:rPr dirty="0">
                <a:solidFill>
                  <a:srgbClr val="FFFB00"/>
                </a:solidFill>
              </a:rPr>
              <a:t> </a:t>
            </a:r>
            <a:r>
              <a:rPr spc="-170" dirty="0">
                <a:solidFill>
                  <a:srgbClr val="FFFB00"/>
                </a:solidFill>
              </a:rPr>
              <a:t> </a:t>
            </a:r>
            <a:r>
              <a:rPr spc="315" dirty="0">
                <a:solidFill>
                  <a:srgbClr val="FFFB00"/>
                </a:solidFill>
              </a:rPr>
              <a:t>t</a:t>
            </a:r>
            <a:r>
              <a:rPr spc="50" dirty="0">
                <a:solidFill>
                  <a:srgbClr val="FFFB00"/>
                </a:solidFill>
              </a:rPr>
              <a:t>i</a:t>
            </a:r>
            <a:r>
              <a:rPr spc="-100" dirty="0">
                <a:solidFill>
                  <a:srgbClr val="FFFB00"/>
                </a:solidFill>
              </a:rPr>
              <a:t>m</a:t>
            </a:r>
            <a:r>
              <a:rPr spc="-20" dirty="0">
                <a:solidFill>
                  <a:srgbClr val="FFFB00"/>
                </a:solidFill>
              </a:rPr>
              <a:t>e</a:t>
            </a:r>
            <a:r>
              <a:rPr spc="11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9369" y="530709"/>
            <a:ext cx="6585584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62120" algn="l"/>
              </a:tabLst>
            </a:pPr>
            <a:r>
              <a:rPr sz="5000" spc="40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2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1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3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1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-2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2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66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43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36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ems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900" y="30607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6900" y="34544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900" y="4254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59895" y="2196389"/>
            <a:ext cx="8224209" cy="36574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4290" marR="756285">
              <a:lnSpc>
                <a:spcPct val="105000"/>
              </a:lnSpc>
            </a:pPr>
            <a:r>
              <a:rPr spc="-15" dirty="0"/>
              <a:t>N</a:t>
            </a:r>
            <a:r>
              <a:rPr spc="-45" dirty="0"/>
              <a:t>e</a:t>
            </a:r>
            <a:r>
              <a:rPr spc="305" dirty="0"/>
              <a:t>t</a:t>
            </a:r>
            <a:r>
              <a:rPr spc="204" dirty="0"/>
              <a:t>f</a:t>
            </a:r>
            <a:r>
              <a:rPr spc="145" dirty="0"/>
              <a:t>l</a:t>
            </a:r>
            <a:r>
              <a:rPr spc="50" dirty="0"/>
              <a:t>i</a:t>
            </a:r>
            <a:r>
              <a:rPr spc="310" dirty="0"/>
              <a:t>x</a:t>
            </a:r>
            <a:r>
              <a:rPr dirty="0"/>
              <a:t> </a:t>
            </a:r>
            <a:r>
              <a:rPr spc="-170" dirty="0"/>
              <a:t> </a:t>
            </a:r>
            <a:r>
              <a:rPr spc="305" dirty="0"/>
              <a:t>t</a:t>
            </a:r>
            <a:r>
              <a:rPr spc="290" dirty="0"/>
              <a:t>r</a:t>
            </a:r>
            <a:r>
              <a:rPr spc="50" dirty="0"/>
              <a:t>i</a:t>
            </a:r>
            <a:r>
              <a:rPr spc="125" dirty="0"/>
              <a:t>e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-160" dirty="0"/>
              <a:t>m</a:t>
            </a:r>
            <a:r>
              <a:rPr spc="-35" dirty="0"/>
              <a:t>a</a:t>
            </a:r>
            <a:r>
              <a:rPr spc="220" dirty="0"/>
              <a:t>t</a:t>
            </a:r>
            <a:r>
              <a:rPr spc="175" dirty="0"/>
              <a:t>c</a:t>
            </a:r>
            <a:r>
              <a:rPr spc="50" dirty="0"/>
              <a:t>h</a:t>
            </a:r>
            <a:r>
              <a:rPr dirty="0"/>
              <a:t> </a:t>
            </a:r>
            <a:r>
              <a:rPr spc="-170" dirty="0"/>
              <a:t> </a:t>
            </a:r>
            <a:r>
              <a:rPr spc="145" dirty="0"/>
              <a:t>y</a:t>
            </a:r>
            <a:r>
              <a:rPr spc="-20" dirty="0"/>
              <a:t>o</a:t>
            </a:r>
            <a:r>
              <a:rPr spc="45" dirty="0"/>
              <a:t>u</a:t>
            </a:r>
            <a:r>
              <a:rPr spc="225" dirty="0"/>
              <a:t>r</a:t>
            </a:r>
            <a:r>
              <a:rPr dirty="0"/>
              <a:t> </a:t>
            </a:r>
            <a:r>
              <a:rPr spc="-170" dirty="0"/>
              <a:t> </a:t>
            </a:r>
            <a:r>
              <a:rPr spc="-140" dirty="0"/>
              <a:t>m</a:t>
            </a:r>
            <a:r>
              <a:rPr spc="-20" dirty="0"/>
              <a:t>o</a:t>
            </a:r>
            <a:r>
              <a:rPr spc="30" dirty="0"/>
              <a:t>v</a:t>
            </a:r>
            <a:r>
              <a:rPr spc="50" dirty="0"/>
              <a:t>i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-50" dirty="0"/>
              <a:t>p</a:t>
            </a:r>
            <a:r>
              <a:rPr spc="165" dirty="0"/>
              <a:t>r</a:t>
            </a:r>
            <a:r>
              <a:rPr spc="10" dirty="0"/>
              <a:t>e</a:t>
            </a:r>
            <a:r>
              <a:rPr spc="260" dirty="0"/>
              <a:t>f</a:t>
            </a:r>
            <a:r>
              <a:rPr spc="125" dirty="0"/>
              <a:t>e</a:t>
            </a:r>
            <a:r>
              <a:rPr spc="165" dirty="0"/>
              <a:t>r</a:t>
            </a:r>
            <a:r>
              <a:rPr spc="25" dirty="0"/>
              <a:t>en</a:t>
            </a:r>
            <a:r>
              <a:rPr spc="114" dirty="0"/>
              <a:t>c</a:t>
            </a:r>
            <a:r>
              <a:rPr spc="125" dirty="0"/>
              <a:t>e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w</a:t>
            </a:r>
            <a:r>
              <a:rPr spc="-135" dirty="0"/>
              <a:t>i</a:t>
            </a:r>
            <a:r>
              <a:rPr spc="305" dirty="0"/>
              <a:t>t</a:t>
            </a:r>
            <a:r>
              <a:rPr spc="50" dirty="0"/>
              <a:t>h</a:t>
            </a:r>
            <a:r>
              <a:rPr spc="20" dirty="0"/>
              <a:t> </a:t>
            </a:r>
            <a:r>
              <a:rPr spc="35" dirty="0"/>
              <a:t>o</a:t>
            </a:r>
            <a:r>
              <a:rPr spc="80" dirty="0"/>
              <a:t>t</a:t>
            </a:r>
            <a:r>
              <a:rPr spc="50" dirty="0"/>
              <a:t>h</a:t>
            </a:r>
            <a:r>
              <a:rPr spc="125" dirty="0"/>
              <a:t>e</a:t>
            </a:r>
            <a:r>
              <a:rPr spc="265" dirty="0"/>
              <a:t>r</a:t>
            </a:r>
            <a:r>
              <a:rPr spc="-50" dirty="0"/>
              <a:t>s</a:t>
            </a:r>
            <a:r>
              <a:rPr spc="110" dirty="0"/>
              <a:t>.</a:t>
            </a:r>
          </a:p>
          <a:p>
            <a:pPr marL="445770">
              <a:lnSpc>
                <a:spcPct val="100000"/>
              </a:lnSpc>
              <a:spcBef>
                <a:spcPts val="150"/>
              </a:spcBef>
            </a:pPr>
            <a:r>
              <a:rPr spc="25" dirty="0"/>
              <a:t>Y</a:t>
            </a:r>
            <a:r>
              <a:rPr spc="-20" dirty="0"/>
              <a:t>o</a:t>
            </a:r>
            <a:r>
              <a:rPr spc="10" dirty="0"/>
              <a:t>u</a:t>
            </a:r>
            <a:r>
              <a:rPr dirty="0"/>
              <a:t> </a:t>
            </a:r>
            <a:r>
              <a:rPr spc="-170" dirty="0"/>
              <a:t> </a:t>
            </a:r>
            <a:r>
              <a:rPr spc="55" dirty="0"/>
              <a:t>r</a:t>
            </a:r>
            <a:r>
              <a:rPr spc="140" dirty="0"/>
              <a:t>a</a:t>
            </a:r>
            <a:r>
              <a:rPr spc="-30" dirty="0"/>
              <a:t>n</a:t>
            </a:r>
            <a:r>
              <a:rPr spc="190" dirty="0"/>
              <a:t>k</a:t>
            </a:r>
            <a:r>
              <a:rPr dirty="0"/>
              <a:t> </a:t>
            </a:r>
            <a:r>
              <a:rPr spc="-170" dirty="0"/>
              <a:t> 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-140" dirty="0"/>
              <a:t>m</a:t>
            </a:r>
            <a:r>
              <a:rPr spc="-20" dirty="0"/>
              <a:t>o</a:t>
            </a:r>
            <a:r>
              <a:rPr spc="30" dirty="0"/>
              <a:t>v</a:t>
            </a:r>
            <a:r>
              <a:rPr spc="50" dirty="0"/>
              <a:t>i</a:t>
            </a:r>
            <a:r>
              <a:rPr spc="125" dirty="0"/>
              <a:t>e</a:t>
            </a:r>
            <a:r>
              <a:rPr spc="-50" dirty="0"/>
              <a:t>s</a:t>
            </a:r>
            <a:r>
              <a:rPr spc="110" dirty="0"/>
              <a:t>.</a:t>
            </a:r>
          </a:p>
          <a:p>
            <a:pPr marL="445770" marR="1293495">
              <a:lnSpc>
                <a:spcPct val="105000"/>
              </a:lnSpc>
            </a:pPr>
            <a:r>
              <a:rPr spc="-15" dirty="0"/>
              <a:t>N</a:t>
            </a:r>
            <a:r>
              <a:rPr spc="-45" dirty="0"/>
              <a:t>e</a:t>
            </a:r>
            <a:r>
              <a:rPr spc="305" dirty="0"/>
              <a:t>t</a:t>
            </a:r>
            <a:r>
              <a:rPr spc="204" dirty="0"/>
              <a:t>f</a:t>
            </a:r>
            <a:r>
              <a:rPr spc="145" dirty="0"/>
              <a:t>l</a:t>
            </a:r>
            <a:r>
              <a:rPr spc="50" dirty="0"/>
              <a:t>i</a:t>
            </a:r>
            <a:r>
              <a:rPr spc="310" dirty="0"/>
              <a:t>x</a:t>
            </a:r>
            <a:r>
              <a:rPr dirty="0"/>
              <a:t> </a:t>
            </a:r>
            <a:r>
              <a:rPr spc="-170" dirty="0"/>
              <a:t> </a:t>
            </a:r>
            <a:r>
              <a:rPr spc="95" dirty="0"/>
              <a:t>c</a:t>
            </a:r>
            <a:r>
              <a:rPr spc="-35" dirty="0"/>
              <a:t>o</a:t>
            </a:r>
            <a:r>
              <a:rPr spc="-30" dirty="0"/>
              <a:t>n</a:t>
            </a:r>
            <a:r>
              <a:rPr spc="105" dirty="0"/>
              <a:t>s</a:t>
            </a:r>
            <a:r>
              <a:rPr spc="75" dirty="0"/>
              <a:t>u</a:t>
            </a:r>
            <a:r>
              <a:rPr spc="-85" dirty="0"/>
              <a:t>l</a:t>
            </a:r>
            <a:r>
              <a:rPr spc="305" dirty="0"/>
              <a:t>t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-30" dirty="0"/>
              <a:t>d</a:t>
            </a:r>
            <a:r>
              <a:rPr spc="-35" dirty="0"/>
              <a:t>a</a:t>
            </a:r>
            <a:r>
              <a:rPr spc="100" dirty="0"/>
              <a:t>t</a:t>
            </a:r>
            <a:r>
              <a:rPr spc="140" dirty="0"/>
              <a:t>a</a:t>
            </a:r>
            <a:r>
              <a:rPr spc="30" dirty="0"/>
              <a:t>b</a:t>
            </a:r>
            <a:r>
              <a:rPr spc="170" dirty="0"/>
              <a:t>a</a:t>
            </a:r>
            <a:r>
              <a:rPr spc="105" dirty="0"/>
              <a:t>s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50" dirty="0"/>
              <a:t>fi</a:t>
            </a:r>
            <a:r>
              <a:rPr spc="75" dirty="0"/>
              <a:t>n</a:t>
            </a:r>
            <a:r>
              <a:rPr spc="-30" dirty="0"/>
              <a:t>d</a:t>
            </a:r>
            <a:r>
              <a:rPr dirty="0"/>
              <a:t> </a:t>
            </a:r>
            <a:r>
              <a:rPr spc="-170" dirty="0"/>
              <a:t> </a:t>
            </a:r>
            <a:r>
              <a:rPr spc="35" dirty="0"/>
              <a:t>p</a:t>
            </a:r>
            <a:r>
              <a:rPr spc="-15" dirty="0"/>
              <a:t>e</a:t>
            </a:r>
            <a:r>
              <a:rPr spc="60" dirty="0"/>
              <a:t>o</a:t>
            </a:r>
            <a:r>
              <a:rPr spc="10" dirty="0"/>
              <a:t>p</a:t>
            </a:r>
            <a:r>
              <a:rPr spc="40" dirty="0"/>
              <a:t>l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w</a:t>
            </a:r>
            <a:r>
              <a:rPr spc="-135" dirty="0"/>
              <a:t>i</a:t>
            </a:r>
            <a:r>
              <a:rPr spc="305" dirty="0"/>
              <a:t>t</a:t>
            </a:r>
            <a:r>
              <a:rPr spc="50" dirty="0"/>
              <a:t>h</a:t>
            </a:r>
            <a:r>
              <a:rPr spc="20" dirty="0"/>
              <a:t> </a:t>
            </a:r>
            <a:r>
              <a:rPr dirty="0"/>
              <a:t>si</a:t>
            </a:r>
            <a:r>
              <a:rPr spc="40" dirty="0"/>
              <a:t>m</a:t>
            </a:r>
            <a:r>
              <a:rPr spc="50" dirty="0"/>
              <a:t>i</a:t>
            </a:r>
            <a:r>
              <a:rPr spc="10" dirty="0"/>
              <a:t>l</a:t>
            </a:r>
            <a:r>
              <a:rPr spc="100" dirty="0"/>
              <a:t>a</a:t>
            </a:r>
            <a:r>
              <a:rPr spc="225" dirty="0"/>
              <a:t>r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t</a:t>
            </a:r>
            <a:r>
              <a:rPr spc="170" dirty="0"/>
              <a:t>a</a:t>
            </a:r>
            <a:r>
              <a:rPr spc="-15" dirty="0"/>
              <a:t>s</a:t>
            </a:r>
            <a:r>
              <a:rPr spc="175" dirty="0"/>
              <a:t>t</a:t>
            </a:r>
            <a:r>
              <a:rPr spc="125" dirty="0"/>
              <a:t>e</a:t>
            </a:r>
            <a:r>
              <a:rPr spc="-50" dirty="0"/>
              <a:t>s</a:t>
            </a:r>
            <a:r>
              <a:rPr spc="110" dirty="0"/>
              <a:t>.</a:t>
            </a:r>
          </a:p>
          <a:p>
            <a:pPr marL="445770" marR="826769">
              <a:lnSpc>
                <a:spcPct val="105000"/>
              </a:lnSpc>
            </a:pPr>
            <a:r>
              <a:rPr spc="-15" dirty="0"/>
              <a:t>N</a:t>
            </a:r>
            <a:r>
              <a:rPr spc="-45" dirty="0"/>
              <a:t>e</a:t>
            </a:r>
            <a:r>
              <a:rPr spc="305" dirty="0"/>
              <a:t>t</a:t>
            </a:r>
            <a:r>
              <a:rPr spc="204" dirty="0"/>
              <a:t>f</a:t>
            </a:r>
            <a:r>
              <a:rPr spc="145" dirty="0"/>
              <a:t>l</a:t>
            </a:r>
            <a:r>
              <a:rPr spc="50" dirty="0"/>
              <a:t>i</a:t>
            </a:r>
            <a:r>
              <a:rPr spc="310" dirty="0"/>
              <a:t>x</a:t>
            </a:r>
            <a:r>
              <a:rPr dirty="0"/>
              <a:t> </a:t>
            </a:r>
            <a:r>
              <a:rPr spc="-170" dirty="0"/>
              <a:t> </a:t>
            </a:r>
            <a:r>
              <a:rPr spc="80" dirty="0"/>
              <a:t>c</a:t>
            </a:r>
            <a:r>
              <a:rPr spc="140" dirty="0"/>
              <a:t>a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165" dirty="0"/>
              <a:t>r</a:t>
            </a:r>
            <a:r>
              <a:rPr spc="105" dirty="0"/>
              <a:t>e</a:t>
            </a:r>
            <a:r>
              <a:rPr spc="95" dirty="0"/>
              <a:t>c</a:t>
            </a:r>
            <a:r>
              <a:rPr spc="-20" dirty="0"/>
              <a:t>o</a:t>
            </a:r>
            <a:r>
              <a:rPr spc="-85" dirty="0"/>
              <a:t>m</a:t>
            </a:r>
            <a:r>
              <a:rPr spc="-100" dirty="0"/>
              <a:t>m</a:t>
            </a:r>
            <a:r>
              <a:rPr spc="25" dirty="0"/>
              <a:t>e</a:t>
            </a:r>
            <a:r>
              <a:rPr spc="135" dirty="0"/>
              <a:t>n</a:t>
            </a:r>
            <a:r>
              <a:rPr spc="-30" dirty="0"/>
              <a:t>d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70" dirty="0"/>
              <a:t> </a:t>
            </a:r>
            <a:r>
              <a:rPr spc="145" dirty="0"/>
              <a:t>y</a:t>
            </a:r>
            <a:r>
              <a:rPr spc="-20" dirty="0"/>
              <a:t>o</a:t>
            </a:r>
            <a:r>
              <a:rPr spc="10" dirty="0"/>
              <a:t>u</a:t>
            </a:r>
            <a:r>
              <a:rPr dirty="0"/>
              <a:t> </a:t>
            </a:r>
            <a:r>
              <a:rPr spc="-170" dirty="0"/>
              <a:t> </a:t>
            </a:r>
            <a:r>
              <a:rPr spc="-140" dirty="0"/>
              <a:t>m</a:t>
            </a:r>
            <a:r>
              <a:rPr spc="-20" dirty="0"/>
              <a:t>o</a:t>
            </a:r>
            <a:r>
              <a:rPr spc="30" dirty="0"/>
              <a:t>v</a:t>
            </a:r>
            <a:r>
              <a:rPr spc="50" dirty="0"/>
              <a:t>i</a:t>
            </a:r>
            <a:r>
              <a:rPr spc="125" dirty="0"/>
              <a:t>e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305" dirty="0"/>
              <a:t>t</a:t>
            </a:r>
            <a:r>
              <a:rPr spc="45" dirty="0"/>
              <a:t>h</a:t>
            </a:r>
            <a:r>
              <a:rPr spc="-35" dirty="0"/>
              <a:t>a</a:t>
            </a:r>
            <a:r>
              <a:rPr spc="305" dirty="0"/>
              <a:t>t</a:t>
            </a:r>
            <a:r>
              <a:rPr dirty="0"/>
              <a:t> </a:t>
            </a:r>
            <a:r>
              <a:rPr spc="-170" dirty="0"/>
              <a:t> </a:t>
            </a:r>
            <a:r>
              <a:rPr spc="305" dirty="0"/>
              <a:t>t</a:t>
            </a:r>
            <a:r>
              <a:rPr spc="45" dirty="0"/>
              <a:t>h</a:t>
            </a:r>
            <a:r>
              <a:rPr spc="5" dirty="0"/>
              <a:t>e</a:t>
            </a:r>
            <a:r>
              <a:rPr spc="215" dirty="0"/>
              <a:t>y</a:t>
            </a:r>
            <a:r>
              <a:rPr spc="105" dirty="0"/>
              <a:t> </a:t>
            </a:r>
            <a:r>
              <a:rPr spc="5" dirty="0"/>
              <a:t>l</a:t>
            </a:r>
            <a:r>
              <a:rPr spc="114" dirty="0"/>
              <a:t>i</a:t>
            </a:r>
            <a:r>
              <a:rPr spc="90" dirty="0"/>
              <a:t>k</a:t>
            </a:r>
            <a:r>
              <a:rPr spc="180" dirty="0"/>
              <a:t>e</a:t>
            </a:r>
            <a:r>
              <a:rPr spc="-35" dirty="0"/>
              <a:t>d</a:t>
            </a:r>
            <a:r>
              <a:rPr spc="110" dirty="0"/>
              <a:t>.</a:t>
            </a:r>
          </a:p>
          <a:p>
            <a:pPr>
              <a:lnSpc>
                <a:spcPct val="100000"/>
              </a:lnSpc>
            </a:pPr>
            <a:endParaRPr spc="110" dirty="0"/>
          </a:p>
          <a:p>
            <a:pPr>
              <a:lnSpc>
                <a:spcPct val="100000"/>
              </a:lnSpc>
              <a:tabLst>
                <a:tab pos="1052830" algn="l"/>
                <a:tab pos="1813560" algn="l"/>
                <a:tab pos="2623820" algn="l"/>
                <a:tab pos="3385185" algn="l"/>
              </a:tabLst>
            </a:pP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43" y="543409"/>
            <a:ext cx="566928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44470" algn="l"/>
              </a:tabLst>
            </a:pPr>
            <a:r>
              <a:rPr sz="5000" spc="4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20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-2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8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8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60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5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5000" spc="17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27" y="1540434"/>
            <a:ext cx="7763509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  <a:tabLst>
                <a:tab pos="2747010" algn="l"/>
              </a:tabLst>
            </a:pP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c: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100" y="2387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100" y="28194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7407" y="2327835"/>
            <a:ext cx="150050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845" y="2327835"/>
            <a:ext cx="2000250" cy="79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34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14629">
              <a:lnSpc>
                <a:spcPct val="100000"/>
              </a:lnSpc>
              <a:spcBef>
                <a:spcPts val="150"/>
              </a:spcBef>
            </a:pP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-330" baseline="-20202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172" baseline="-20202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-15" baseline="-20202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6100" y="32639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6202" y="5160548"/>
            <a:ext cx="1242060" cy="328930"/>
          </a:xfrm>
          <a:custGeom>
            <a:avLst/>
            <a:gdLst/>
            <a:ahLst/>
            <a:cxnLst/>
            <a:rect l="l" t="t" r="r" b="b"/>
            <a:pathLst>
              <a:path w="1242060" h="328929">
                <a:moveTo>
                  <a:pt x="0" y="0"/>
                </a:moveTo>
                <a:lnTo>
                  <a:pt x="0" y="5716"/>
                </a:lnTo>
                <a:lnTo>
                  <a:pt x="0" y="328612"/>
                </a:lnTo>
                <a:lnTo>
                  <a:pt x="1241583" y="328612"/>
                </a:lnTo>
                <a:lnTo>
                  <a:pt x="1241583" y="7143"/>
                </a:lnTo>
                <a:lnTo>
                  <a:pt x="1241583" y="1428"/>
                </a:lnTo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31248" y="513635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80" h="30479">
                <a:moveTo>
                  <a:pt x="14954" y="0"/>
                </a:moveTo>
                <a:lnTo>
                  <a:pt x="0" y="29908"/>
                </a:lnTo>
                <a:lnTo>
                  <a:pt x="29908" y="29908"/>
                </a:lnTo>
                <a:lnTo>
                  <a:pt x="149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2832" y="513778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14954" y="0"/>
                </a:moveTo>
                <a:lnTo>
                  <a:pt x="0" y="29908"/>
                </a:lnTo>
                <a:lnTo>
                  <a:pt x="29908" y="29908"/>
                </a:lnTo>
                <a:lnTo>
                  <a:pt x="149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27019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37403" y="0"/>
                </a:moveTo>
                <a:lnTo>
                  <a:pt x="26213" y="1567"/>
                </a:lnTo>
                <a:lnTo>
                  <a:pt x="14571" y="7388"/>
                </a:lnTo>
                <a:lnTo>
                  <a:pt x="2938" y="17846"/>
                </a:lnTo>
                <a:lnTo>
                  <a:pt x="0" y="28267"/>
                </a:lnTo>
                <a:lnTo>
                  <a:pt x="943" y="39599"/>
                </a:lnTo>
                <a:lnTo>
                  <a:pt x="6090" y="51279"/>
                </a:lnTo>
                <a:lnTo>
                  <a:pt x="15759" y="62744"/>
                </a:lnTo>
                <a:lnTo>
                  <a:pt x="26411" y="66745"/>
                </a:lnTo>
                <a:lnTo>
                  <a:pt x="37981" y="66777"/>
                </a:lnTo>
                <a:lnTo>
                  <a:pt x="49690" y="62639"/>
                </a:lnTo>
                <a:lnTo>
                  <a:pt x="60755" y="54129"/>
                </a:lnTo>
                <a:lnTo>
                  <a:pt x="66324" y="43155"/>
                </a:lnTo>
                <a:lnTo>
                  <a:pt x="67671" y="31195"/>
                </a:lnTo>
                <a:lnTo>
                  <a:pt x="64796" y="19453"/>
                </a:lnTo>
                <a:lnTo>
                  <a:pt x="57697" y="9132"/>
                </a:lnTo>
                <a:lnTo>
                  <a:pt x="56598" y="8080"/>
                </a:lnTo>
                <a:lnTo>
                  <a:pt x="47685" y="2299"/>
                </a:lnTo>
                <a:lnTo>
                  <a:pt x="37403" y="0"/>
                </a:lnTo>
                <a:close/>
              </a:path>
            </a:pathLst>
          </a:custGeom>
          <a:solidFill>
            <a:srgbClr val="D81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27019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57697" y="9133"/>
                </a:moveTo>
                <a:lnTo>
                  <a:pt x="64796" y="19453"/>
                </a:lnTo>
                <a:lnTo>
                  <a:pt x="67671" y="31195"/>
                </a:lnTo>
                <a:lnTo>
                  <a:pt x="66324" y="43155"/>
                </a:lnTo>
                <a:lnTo>
                  <a:pt x="60754" y="54129"/>
                </a:lnTo>
                <a:lnTo>
                  <a:pt x="49690" y="62639"/>
                </a:lnTo>
                <a:lnTo>
                  <a:pt x="37982" y="66777"/>
                </a:lnTo>
                <a:lnTo>
                  <a:pt x="26411" y="66745"/>
                </a:lnTo>
                <a:lnTo>
                  <a:pt x="15759" y="62744"/>
                </a:lnTo>
                <a:lnTo>
                  <a:pt x="6090" y="51278"/>
                </a:lnTo>
                <a:lnTo>
                  <a:pt x="943" y="39598"/>
                </a:lnTo>
                <a:lnTo>
                  <a:pt x="0" y="28267"/>
                </a:lnTo>
                <a:lnTo>
                  <a:pt x="2938" y="17846"/>
                </a:lnTo>
                <a:lnTo>
                  <a:pt x="14572" y="7388"/>
                </a:lnTo>
                <a:lnTo>
                  <a:pt x="26213" y="1567"/>
                </a:lnTo>
                <a:lnTo>
                  <a:pt x="37404" y="0"/>
                </a:lnTo>
                <a:lnTo>
                  <a:pt x="47685" y="2299"/>
                </a:lnTo>
                <a:lnTo>
                  <a:pt x="56597" y="8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84244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37403" y="0"/>
                </a:moveTo>
                <a:lnTo>
                  <a:pt x="26213" y="1567"/>
                </a:lnTo>
                <a:lnTo>
                  <a:pt x="14571" y="7388"/>
                </a:lnTo>
                <a:lnTo>
                  <a:pt x="2938" y="17846"/>
                </a:lnTo>
                <a:lnTo>
                  <a:pt x="0" y="28267"/>
                </a:lnTo>
                <a:lnTo>
                  <a:pt x="943" y="39599"/>
                </a:lnTo>
                <a:lnTo>
                  <a:pt x="6090" y="51279"/>
                </a:lnTo>
                <a:lnTo>
                  <a:pt x="15759" y="62744"/>
                </a:lnTo>
                <a:lnTo>
                  <a:pt x="26411" y="66745"/>
                </a:lnTo>
                <a:lnTo>
                  <a:pt x="37981" y="66777"/>
                </a:lnTo>
                <a:lnTo>
                  <a:pt x="49690" y="62639"/>
                </a:lnTo>
                <a:lnTo>
                  <a:pt x="60755" y="54129"/>
                </a:lnTo>
                <a:lnTo>
                  <a:pt x="66324" y="43155"/>
                </a:lnTo>
                <a:lnTo>
                  <a:pt x="67671" y="31195"/>
                </a:lnTo>
                <a:lnTo>
                  <a:pt x="64796" y="19453"/>
                </a:lnTo>
                <a:lnTo>
                  <a:pt x="57697" y="9132"/>
                </a:lnTo>
                <a:lnTo>
                  <a:pt x="56598" y="8080"/>
                </a:lnTo>
                <a:lnTo>
                  <a:pt x="47685" y="2299"/>
                </a:lnTo>
                <a:lnTo>
                  <a:pt x="37403" y="0"/>
                </a:lnTo>
                <a:close/>
              </a:path>
            </a:pathLst>
          </a:custGeom>
          <a:solidFill>
            <a:srgbClr val="D81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84244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57697" y="9133"/>
                </a:moveTo>
                <a:lnTo>
                  <a:pt x="64796" y="19453"/>
                </a:lnTo>
                <a:lnTo>
                  <a:pt x="67671" y="31195"/>
                </a:lnTo>
                <a:lnTo>
                  <a:pt x="66324" y="43155"/>
                </a:lnTo>
                <a:lnTo>
                  <a:pt x="60754" y="54129"/>
                </a:lnTo>
                <a:lnTo>
                  <a:pt x="49690" y="62639"/>
                </a:lnTo>
                <a:lnTo>
                  <a:pt x="37982" y="66777"/>
                </a:lnTo>
                <a:lnTo>
                  <a:pt x="26411" y="66745"/>
                </a:lnTo>
                <a:lnTo>
                  <a:pt x="15759" y="62744"/>
                </a:lnTo>
                <a:lnTo>
                  <a:pt x="6090" y="51278"/>
                </a:lnTo>
                <a:lnTo>
                  <a:pt x="943" y="39598"/>
                </a:lnTo>
                <a:lnTo>
                  <a:pt x="0" y="28267"/>
                </a:lnTo>
                <a:lnTo>
                  <a:pt x="2938" y="17846"/>
                </a:lnTo>
                <a:lnTo>
                  <a:pt x="14572" y="7388"/>
                </a:lnTo>
                <a:lnTo>
                  <a:pt x="26213" y="1567"/>
                </a:lnTo>
                <a:lnTo>
                  <a:pt x="37404" y="0"/>
                </a:lnTo>
                <a:lnTo>
                  <a:pt x="47685" y="2299"/>
                </a:lnTo>
                <a:lnTo>
                  <a:pt x="56597" y="8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4222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37404" y="0"/>
                </a:moveTo>
                <a:lnTo>
                  <a:pt x="26213" y="1567"/>
                </a:lnTo>
                <a:lnTo>
                  <a:pt x="14572" y="7388"/>
                </a:lnTo>
                <a:lnTo>
                  <a:pt x="2938" y="17846"/>
                </a:lnTo>
                <a:lnTo>
                  <a:pt x="0" y="28267"/>
                </a:lnTo>
                <a:lnTo>
                  <a:pt x="943" y="39599"/>
                </a:lnTo>
                <a:lnTo>
                  <a:pt x="6090" y="51279"/>
                </a:lnTo>
                <a:lnTo>
                  <a:pt x="15759" y="62744"/>
                </a:lnTo>
                <a:lnTo>
                  <a:pt x="26411" y="66745"/>
                </a:lnTo>
                <a:lnTo>
                  <a:pt x="37982" y="66777"/>
                </a:lnTo>
                <a:lnTo>
                  <a:pt x="49690" y="62639"/>
                </a:lnTo>
                <a:lnTo>
                  <a:pt x="60755" y="54129"/>
                </a:lnTo>
                <a:lnTo>
                  <a:pt x="66324" y="43155"/>
                </a:lnTo>
                <a:lnTo>
                  <a:pt x="67671" y="31195"/>
                </a:lnTo>
                <a:lnTo>
                  <a:pt x="64796" y="19453"/>
                </a:lnTo>
                <a:lnTo>
                  <a:pt x="57697" y="9132"/>
                </a:lnTo>
                <a:lnTo>
                  <a:pt x="56598" y="8080"/>
                </a:lnTo>
                <a:lnTo>
                  <a:pt x="47685" y="2299"/>
                </a:lnTo>
                <a:lnTo>
                  <a:pt x="37404" y="0"/>
                </a:lnTo>
                <a:close/>
              </a:path>
            </a:pathLst>
          </a:custGeom>
          <a:solidFill>
            <a:srgbClr val="D81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4222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5" h="67310">
                <a:moveTo>
                  <a:pt x="57697" y="9133"/>
                </a:moveTo>
                <a:lnTo>
                  <a:pt x="64796" y="19453"/>
                </a:lnTo>
                <a:lnTo>
                  <a:pt x="67671" y="31195"/>
                </a:lnTo>
                <a:lnTo>
                  <a:pt x="66324" y="43155"/>
                </a:lnTo>
                <a:lnTo>
                  <a:pt x="60754" y="54129"/>
                </a:lnTo>
                <a:lnTo>
                  <a:pt x="49690" y="62639"/>
                </a:lnTo>
                <a:lnTo>
                  <a:pt x="37982" y="66777"/>
                </a:lnTo>
                <a:lnTo>
                  <a:pt x="26411" y="66745"/>
                </a:lnTo>
                <a:lnTo>
                  <a:pt x="15759" y="62744"/>
                </a:lnTo>
                <a:lnTo>
                  <a:pt x="6090" y="51278"/>
                </a:lnTo>
                <a:lnTo>
                  <a:pt x="943" y="39598"/>
                </a:lnTo>
                <a:lnTo>
                  <a:pt x="0" y="28267"/>
                </a:lnTo>
                <a:lnTo>
                  <a:pt x="2938" y="17846"/>
                </a:lnTo>
                <a:lnTo>
                  <a:pt x="14572" y="7388"/>
                </a:lnTo>
                <a:lnTo>
                  <a:pt x="26213" y="1567"/>
                </a:lnTo>
                <a:lnTo>
                  <a:pt x="37404" y="0"/>
                </a:lnTo>
                <a:lnTo>
                  <a:pt x="47685" y="2299"/>
                </a:lnTo>
                <a:lnTo>
                  <a:pt x="56597" y="8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42660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4" h="67310">
                <a:moveTo>
                  <a:pt x="37404" y="0"/>
                </a:moveTo>
                <a:lnTo>
                  <a:pt x="26213" y="1567"/>
                </a:lnTo>
                <a:lnTo>
                  <a:pt x="14572" y="7388"/>
                </a:lnTo>
                <a:lnTo>
                  <a:pt x="2938" y="17846"/>
                </a:lnTo>
                <a:lnTo>
                  <a:pt x="0" y="28267"/>
                </a:lnTo>
                <a:lnTo>
                  <a:pt x="943" y="39599"/>
                </a:lnTo>
                <a:lnTo>
                  <a:pt x="6090" y="51279"/>
                </a:lnTo>
                <a:lnTo>
                  <a:pt x="15759" y="62744"/>
                </a:lnTo>
                <a:lnTo>
                  <a:pt x="26411" y="66745"/>
                </a:lnTo>
                <a:lnTo>
                  <a:pt x="37982" y="66777"/>
                </a:lnTo>
                <a:lnTo>
                  <a:pt x="49690" y="62639"/>
                </a:lnTo>
                <a:lnTo>
                  <a:pt x="60755" y="54129"/>
                </a:lnTo>
                <a:lnTo>
                  <a:pt x="66324" y="43155"/>
                </a:lnTo>
                <a:lnTo>
                  <a:pt x="67671" y="31195"/>
                </a:lnTo>
                <a:lnTo>
                  <a:pt x="64796" y="19453"/>
                </a:lnTo>
                <a:lnTo>
                  <a:pt x="57697" y="9132"/>
                </a:lnTo>
                <a:lnTo>
                  <a:pt x="56598" y="8080"/>
                </a:lnTo>
                <a:lnTo>
                  <a:pt x="47685" y="2299"/>
                </a:lnTo>
                <a:lnTo>
                  <a:pt x="37404" y="0"/>
                </a:lnTo>
                <a:close/>
              </a:path>
            </a:pathLst>
          </a:custGeom>
          <a:solidFill>
            <a:srgbClr val="D81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42660" y="5068686"/>
            <a:ext cx="67945" cy="67310"/>
          </a:xfrm>
          <a:custGeom>
            <a:avLst/>
            <a:gdLst/>
            <a:ahLst/>
            <a:cxnLst/>
            <a:rect l="l" t="t" r="r" b="b"/>
            <a:pathLst>
              <a:path w="67944" h="67310">
                <a:moveTo>
                  <a:pt x="57697" y="9133"/>
                </a:moveTo>
                <a:lnTo>
                  <a:pt x="64796" y="19453"/>
                </a:lnTo>
                <a:lnTo>
                  <a:pt x="67671" y="31195"/>
                </a:lnTo>
                <a:lnTo>
                  <a:pt x="66324" y="43155"/>
                </a:lnTo>
                <a:lnTo>
                  <a:pt x="60754" y="54129"/>
                </a:lnTo>
                <a:lnTo>
                  <a:pt x="49690" y="62639"/>
                </a:lnTo>
                <a:lnTo>
                  <a:pt x="37982" y="66777"/>
                </a:lnTo>
                <a:lnTo>
                  <a:pt x="26411" y="66745"/>
                </a:lnTo>
                <a:lnTo>
                  <a:pt x="15759" y="62744"/>
                </a:lnTo>
                <a:lnTo>
                  <a:pt x="6090" y="51278"/>
                </a:lnTo>
                <a:lnTo>
                  <a:pt x="943" y="39598"/>
                </a:lnTo>
                <a:lnTo>
                  <a:pt x="0" y="28267"/>
                </a:lnTo>
                <a:lnTo>
                  <a:pt x="2938" y="17846"/>
                </a:lnTo>
                <a:lnTo>
                  <a:pt x="14572" y="7388"/>
                </a:lnTo>
                <a:lnTo>
                  <a:pt x="26213" y="1567"/>
                </a:lnTo>
                <a:lnTo>
                  <a:pt x="37404" y="0"/>
                </a:lnTo>
                <a:lnTo>
                  <a:pt x="47685" y="2299"/>
                </a:lnTo>
                <a:lnTo>
                  <a:pt x="56597" y="8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30561" y="5160548"/>
            <a:ext cx="487680" cy="190500"/>
          </a:xfrm>
          <a:custGeom>
            <a:avLst/>
            <a:gdLst/>
            <a:ahLst/>
            <a:cxnLst/>
            <a:rect l="l" t="t" r="r" b="b"/>
            <a:pathLst>
              <a:path w="487679" h="190500">
                <a:moveTo>
                  <a:pt x="0" y="0"/>
                </a:moveTo>
                <a:lnTo>
                  <a:pt x="0" y="5716"/>
                </a:lnTo>
                <a:lnTo>
                  <a:pt x="0" y="190023"/>
                </a:lnTo>
                <a:lnTo>
                  <a:pt x="487203" y="190023"/>
                </a:lnTo>
                <a:lnTo>
                  <a:pt x="487203" y="7143"/>
                </a:lnTo>
                <a:lnTo>
                  <a:pt x="487203" y="1428"/>
                </a:lnTo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15607" y="513635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14954" y="0"/>
                </a:moveTo>
                <a:lnTo>
                  <a:pt x="0" y="29908"/>
                </a:lnTo>
                <a:lnTo>
                  <a:pt x="29908" y="29908"/>
                </a:lnTo>
                <a:lnTo>
                  <a:pt x="149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02810" y="513778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14954" y="0"/>
                </a:moveTo>
                <a:lnTo>
                  <a:pt x="0" y="29908"/>
                </a:lnTo>
                <a:lnTo>
                  <a:pt x="29908" y="29908"/>
                </a:lnTo>
                <a:lnTo>
                  <a:pt x="149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68779" y="4812029"/>
            <a:ext cx="673100" cy="324485"/>
          </a:xfrm>
          <a:custGeom>
            <a:avLst/>
            <a:gdLst/>
            <a:ahLst/>
            <a:cxnLst/>
            <a:rect l="l" t="t" r="r" b="b"/>
            <a:pathLst>
              <a:path w="673100" h="324485">
                <a:moveTo>
                  <a:pt x="0" y="0"/>
                </a:moveTo>
                <a:lnTo>
                  <a:pt x="672941" y="0"/>
                </a:lnTo>
                <a:lnTo>
                  <a:pt x="672941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68779" y="4812029"/>
            <a:ext cx="673100" cy="324485"/>
          </a:xfrm>
          <a:custGeom>
            <a:avLst/>
            <a:gdLst/>
            <a:ahLst/>
            <a:cxnLst/>
            <a:rect l="l" t="t" r="r" b="b"/>
            <a:pathLst>
              <a:path w="673100" h="324485">
                <a:moveTo>
                  <a:pt x="0" y="0"/>
                </a:moveTo>
                <a:lnTo>
                  <a:pt x="672941" y="0"/>
                </a:lnTo>
                <a:lnTo>
                  <a:pt x="672941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68779" y="4487703"/>
            <a:ext cx="673100" cy="324485"/>
          </a:xfrm>
          <a:custGeom>
            <a:avLst/>
            <a:gdLst/>
            <a:ahLst/>
            <a:cxnLst/>
            <a:rect l="l" t="t" r="r" b="b"/>
            <a:pathLst>
              <a:path w="673100" h="324485">
                <a:moveTo>
                  <a:pt x="0" y="0"/>
                </a:moveTo>
                <a:lnTo>
                  <a:pt x="672941" y="0"/>
                </a:lnTo>
                <a:lnTo>
                  <a:pt x="672941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68779" y="4487703"/>
            <a:ext cx="673100" cy="324485"/>
          </a:xfrm>
          <a:custGeom>
            <a:avLst/>
            <a:gdLst/>
            <a:ahLst/>
            <a:cxnLst/>
            <a:rect l="l" t="t" r="r" b="b"/>
            <a:pathLst>
              <a:path w="673100" h="324485">
                <a:moveTo>
                  <a:pt x="0" y="0"/>
                </a:moveTo>
                <a:lnTo>
                  <a:pt x="672941" y="0"/>
                </a:lnTo>
                <a:lnTo>
                  <a:pt x="672941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41721" y="4812029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5" y="0"/>
                </a:lnTo>
                <a:lnTo>
                  <a:pt x="565785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41721" y="4812029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4" y="0"/>
                </a:lnTo>
                <a:lnTo>
                  <a:pt x="565784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71862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71862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07506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07506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36218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036218" y="4812029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00575" y="4812029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5" y="0"/>
                </a:lnTo>
                <a:lnTo>
                  <a:pt x="565785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00575" y="4812029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4" y="0"/>
                </a:lnTo>
                <a:lnTo>
                  <a:pt x="565784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41721" y="4487703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5" y="0"/>
                </a:lnTo>
                <a:lnTo>
                  <a:pt x="565785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41721" y="4487703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4" y="0"/>
                </a:lnTo>
                <a:lnTo>
                  <a:pt x="565784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71862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71862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07506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07506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036218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36218" y="4487703"/>
            <a:ext cx="564515" cy="324485"/>
          </a:xfrm>
          <a:custGeom>
            <a:avLst/>
            <a:gdLst/>
            <a:ahLst/>
            <a:cxnLst/>
            <a:rect l="l" t="t" r="r" b="b"/>
            <a:pathLst>
              <a:path w="564514" h="324485">
                <a:moveTo>
                  <a:pt x="0" y="0"/>
                </a:moveTo>
                <a:lnTo>
                  <a:pt x="564356" y="0"/>
                </a:lnTo>
                <a:lnTo>
                  <a:pt x="564356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600575" y="4487703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5" y="0"/>
                </a:lnTo>
                <a:lnTo>
                  <a:pt x="565785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00575" y="4487703"/>
            <a:ext cx="565785" cy="324485"/>
          </a:xfrm>
          <a:custGeom>
            <a:avLst/>
            <a:gdLst/>
            <a:ahLst/>
            <a:cxnLst/>
            <a:rect l="l" t="t" r="r" b="b"/>
            <a:pathLst>
              <a:path w="565785" h="324485">
                <a:moveTo>
                  <a:pt x="0" y="0"/>
                </a:moveTo>
                <a:lnTo>
                  <a:pt x="565784" y="0"/>
                </a:lnTo>
                <a:lnTo>
                  <a:pt x="565784" y="324326"/>
                </a:lnTo>
                <a:lnTo>
                  <a:pt x="0" y="324326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41721" y="4164806"/>
            <a:ext cx="565785" cy="323215"/>
          </a:xfrm>
          <a:custGeom>
            <a:avLst/>
            <a:gdLst/>
            <a:ahLst/>
            <a:cxnLst/>
            <a:rect l="l" t="t" r="r" b="b"/>
            <a:pathLst>
              <a:path w="565785" h="323214">
                <a:moveTo>
                  <a:pt x="0" y="0"/>
                </a:moveTo>
                <a:lnTo>
                  <a:pt x="565785" y="0"/>
                </a:lnTo>
                <a:lnTo>
                  <a:pt x="565785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41721" y="4164806"/>
            <a:ext cx="565785" cy="323215"/>
          </a:xfrm>
          <a:custGeom>
            <a:avLst/>
            <a:gdLst/>
            <a:ahLst/>
            <a:cxnLst/>
            <a:rect l="l" t="t" r="r" b="b"/>
            <a:pathLst>
              <a:path w="565785" h="323214">
                <a:moveTo>
                  <a:pt x="0" y="0"/>
                </a:moveTo>
                <a:lnTo>
                  <a:pt x="565784" y="0"/>
                </a:lnTo>
                <a:lnTo>
                  <a:pt x="565784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07506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07506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71862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71862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36218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36218" y="4164806"/>
            <a:ext cx="564515" cy="323215"/>
          </a:xfrm>
          <a:custGeom>
            <a:avLst/>
            <a:gdLst/>
            <a:ahLst/>
            <a:cxnLst/>
            <a:rect l="l" t="t" r="r" b="b"/>
            <a:pathLst>
              <a:path w="564514" h="323214">
                <a:moveTo>
                  <a:pt x="0" y="0"/>
                </a:moveTo>
                <a:lnTo>
                  <a:pt x="564356" y="0"/>
                </a:lnTo>
                <a:lnTo>
                  <a:pt x="564356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600575" y="4164806"/>
            <a:ext cx="565785" cy="323215"/>
          </a:xfrm>
          <a:custGeom>
            <a:avLst/>
            <a:gdLst/>
            <a:ahLst/>
            <a:cxnLst/>
            <a:rect l="l" t="t" r="r" b="b"/>
            <a:pathLst>
              <a:path w="565785" h="323214">
                <a:moveTo>
                  <a:pt x="0" y="0"/>
                </a:moveTo>
                <a:lnTo>
                  <a:pt x="565785" y="0"/>
                </a:lnTo>
                <a:lnTo>
                  <a:pt x="565785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600575" y="4164806"/>
            <a:ext cx="565785" cy="323215"/>
          </a:xfrm>
          <a:custGeom>
            <a:avLst/>
            <a:gdLst/>
            <a:ahLst/>
            <a:cxnLst/>
            <a:rect l="l" t="t" r="r" b="b"/>
            <a:pathLst>
              <a:path w="565785" h="323214">
                <a:moveTo>
                  <a:pt x="0" y="0"/>
                </a:moveTo>
                <a:lnTo>
                  <a:pt x="565784" y="0"/>
                </a:lnTo>
                <a:lnTo>
                  <a:pt x="565784" y="322897"/>
                </a:lnTo>
                <a:lnTo>
                  <a:pt x="0" y="32289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47407" y="3173654"/>
            <a:ext cx="6177915" cy="90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7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5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4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20202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20202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2020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20202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R="319405" algn="ctr">
              <a:lnSpc>
                <a:spcPct val="100000"/>
              </a:lnSpc>
              <a:spcBef>
                <a:spcPts val="1864"/>
              </a:spcBef>
            </a:pP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Movi</a:t>
            </a:r>
            <a:r>
              <a:rPr sz="2150" spc="-5" dirty="0">
                <a:solidFill>
                  <a:srgbClr val="FFFFFF"/>
                </a:solidFill>
                <a:latin typeface="Comic Sans MS"/>
                <a:cs typeface="Comic Sans MS"/>
              </a:rPr>
              <a:t>es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80537" y="4205202"/>
            <a:ext cx="3220085" cy="948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 marR="5080" indent="715010">
              <a:lnSpc>
                <a:spcPts val="2550"/>
              </a:lnSpc>
              <a:tabLst>
                <a:tab pos="800735" algn="l"/>
                <a:tab pos="1341120" algn="l"/>
                <a:tab pos="1908175" algn="l"/>
                <a:tab pos="2456815" algn="l"/>
                <a:tab pos="3035300" algn="l"/>
              </a:tabLst>
            </a:pP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A	B	C	D	E Me	</a:t>
            </a:r>
            <a:r>
              <a:rPr sz="2150" dirty="0">
                <a:latin typeface="Comic Sans MS"/>
                <a:cs typeface="Comic Sans MS"/>
              </a:rPr>
              <a:t>1	</a:t>
            </a:r>
            <a:r>
              <a:rPr sz="2150" spc="-625" dirty="0">
                <a:latin typeface="Comic Sans MS"/>
                <a:cs typeface="Comic Sans MS"/>
              </a:rPr>
              <a:t> 2	3	</a:t>
            </a:r>
            <a:r>
              <a:rPr sz="2150" spc="-530" dirty="0">
                <a:latin typeface="Comic Sans MS"/>
                <a:cs typeface="Comic Sans MS"/>
              </a:rPr>
              <a:t> 4	</a:t>
            </a:r>
            <a:r>
              <a:rPr sz="2150" spc="-630" dirty="0">
                <a:latin typeface="Comic Sans MS"/>
                <a:cs typeface="Comic Sans MS"/>
              </a:rPr>
              <a:t> 5</a:t>
            </a:r>
            <a:endParaRPr sz="2150">
              <a:latin typeface="Comic Sans MS"/>
              <a:cs typeface="Comic Sans MS"/>
            </a:endParaRPr>
          </a:p>
          <a:p>
            <a:pPr marL="12700">
              <a:lnSpc>
                <a:spcPts val="2475"/>
              </a:lnSpc>
              <a:tabLst>
                <a:tab pos="800735" algn="l"/>
                <a:tab pos="1343660" algn="l"/>
                <a:tab pos="1908175" algn="l"/>
                <a:tab pos="2472055" algn="l"/>
                <a:tab pos="3037205" algn="l"/>
              </a:tabLst>
            </a:pP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You	</a:t>
            </a:r>
            <a:r>
              <a:rPr sz="2150" dirty="0">
                <a:latin typeface="Comic Sans MS"/>
                <a:cs typeface="Comic Sans MS"/>
              </a:rPr>
              <a:t>1	3	4	2	5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40838" y="4310214"/>
            <a:ext cx="1365885" cy="734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600"/>
              </a:lnSpc>
            </a:pPr>
            <a:r>
              <a:rPr sz="2150" u="heavy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2150" u="heavy" spc="-5" dirty="0">
                <a:solidFill>
                  <a:srgbClr val="FFFFFF"/>
                </a:solidFill>
                <a:latin typeface="Comic Sans MS"/>
                <a:cs typeface="Comic Sans MS"/>
              </a:rPr>
              <a:t>ers</a:t>
            </a:r>
            <a:r>
              <a:rPr sz="2150" u="heavy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2150" u="heavy" spc="-5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2150" u="heavy" dirty="0">
                <a:solidFill>
                  <a:srgbClr val="FFFFFF"/>
                </a:solidFill>
                <a:latin typeface="Comic Sans MS"/>
                <a:cs typeface="Comic Sans MS"/>
              </a:rPr>
              <a:t>ns</a:t>
            </a: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 3</a:t>
            </a:r>
            <a:r>
              <a:rPr sz="2150" spc="-5" dirty="0">
                <a:solidFill>
                  <a:srgbClr val="FFFFFF"/>
                </a:solidFill>
                <a:latin typeface="Comic Sans MS"/>
                <a:cs typeface="Comic Sans MS"/>
              </a:rPr>
              <a:t>-</a:t>
            </a: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2, 4</a:t>
            </a:r>
            <a:r>
              <a:rPr sz="2150" spc="-5" dirty="0">
                <a:solidFill>
                  <a:srgbClr val="FFFFFF"/>
                </a:solidFill>
                <a:latin typeface="Comic Sans MS"/>
                <a:cs typeface="Comic Sans MS"/>
              </a:rPr>
              <a:t>-</a:t>
            </a:r>
            <a:r>
              <a:rPr sz="2150" dirty="0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67862" y="5841369"/>
            <a:ext cx="6156960" cy="82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50925" algn="l"/>
                <a:tab pos="1439545" algn="l"/>
                <a:tab pos="2138045" algn="l"/>
                <a:tab pos="3164840" algn="l"/>
                <a:tab pos="4155440" algn="l"/>
              </a:tabLst>
            </a:pP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50" spc="3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-16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28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5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9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229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5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3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-1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50" spc="-90" dirty="0">
                <a:solidFill>
                  <a:srgbClr val="FFFFFF"/>
                </a:solidFill>
                <a:latin typeface="Calibri"/>
                <a:cs typeface="Calibri"/>
              </a:rPr>
              <a:t>m?</a:t>
            </a:r>
            <a:endParaRPr sz="28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439"/>
              </a:spcBef>
              <a:tabLst>
                <a:tab pos="2011680" algn="l"/>
              </a:tabLst>
            </a:pP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20" dirty="0">
                <a:solidFill>
                  <a:srgbClr val="FFFFFF"/>
                </a:solidFill>
                <a:latin typeface="Century Gothic"/>
                <a:cs typeface="Century Gothic"/>
              </a:rPr>
              <a:t>Θ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75" spc="172" baseline="2693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pai</a:t>
            </a:r>
            <a:r>
              <a:rPr sz="2500" spc="1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417" y="302109"/>
            <a:ext cx="6689090" cy="121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8230">
              <a:lnSpc>
                <a:spcPct val="100000"/>
              </a:lnSpc>
              <a:tabLst>
                <a:tab pos="3036570" algn="l"/>
                <a:tab pos="4308475" algn="l"/>
              </a:tabLst>
            </a:pPr>
            <a:r>
              <a:rPr sz="5000" spc="1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0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6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7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5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094740" algn="l"/>
                <a:tab pos="2827655" algn="l"/>
                <a:tab pos="4189729" algn="l"/>
                <a:tab pos="4658995" algn="l"/>
                <a:tab pos="4994910" algn="l"/>
                <a:tab pos="6182995" algn="l"/>
              </a:tabLst>
            </a:pPr>
            <a:r>
              <a:rPr sz="2850" spc="1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25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5809" y="2160270"/>
            <a:ext cx="5897879" cy="10172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5809" y="2160269"/>
            <a:ext cx="5897880" cy="1017269"/>
          </a:xfrm>
          <a:custGeom>
            <a:avLst/>
            <a:gdLst/>
            <a:ahLst/>
            <a:cxnLst/>
            <a:rect l="l" t="t" r="r" b="b"/>
            <a:pathLst>
              <a:path w="5897880" h="1017269">
                <a:moveTo>
                  <a:pt x="0" y="0"/>
                </a:moveTo>
                <a:lnTo>
                  <a:pt x="5897880" y="0"/>
                </a:lnTo>
                <a:lnTo>
                  <a:pt x="5897880" y="1017269"/>
                </a:lnTo>
                <a:lnTo>
                  <a:pt x="0" y="1017269"/>
                </a:lnTo>
                <a:lnTo>
                  <a:pt x="0" y="0"/>
                </a:lnTo>
                <a:close/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1437" y="2172340"/>
            <a:ext cx="568452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31570" algn="l"/>
                <a:tab pos="1864995" algn="l"/>
                <a:tab pos="2212975" algn="l"/>
                <a:tab pos="3558540" algn="l"/>
                <a:tab pos="4034154" algn="l"/>
                <a:tab pos="5051425" algn="l"/>
              </a:tabLst>
            </a:pPr>
            <a:r>
              <a:rPr sz="2850" spc="7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1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50" spc="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37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equ</a:t>
            </a:r>
            <a:r>
              <a:rPr sz="2850" spc="1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6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8659" y="3360420"/>
            <a:ext cx="6069329" cy="11315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246" y="3909059"/>
            <a:ext cx="2453005" cy="411480"/>
          </a:xfrm>
          <a:custGeom>
            <a:avLst/>
            <a:gdLst/>
            <a:ahLst/>
            <a:cxnLst/>
            <a:rect l="l" t="t" r="r" b="b"/>
            <a:pathLst>
              <a:path w="2453005" h="411479">
                <a:moveTo>
                  <a:pt x="0" y="0"/>
                </a:moveTo>
                <a:lnTo>
                  <a:pt x="2452582" y="0"/>
                </a:lnTo>
                <a:lnTo>
                  <a:pt x="2452582" y="411479"/>
                </a:lnTo>
                <a:lnTo>
                  <a:pt x="0" y="411479"/>
                </a:lnTo>
                <a:lnTo>
                  <a:pt x="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23812" y="3891915"/>
            <a:ext cx="2414905" cy="422909"/>
          </a:xfrm>
          <a:custGeom>
            <a:avLst/>
            <a:gdLst/>
            <a:ahLst/>
            <a:cxnLst/>
            <a:rect l="l" t="t" r="r" b="b"/>
            <a:pathLst>
              <a:path w="2414904" h="422910">
                <a:moveTo>
                  <a:pt x="0" y="0"/>
                </a:moveTo>
                <a:lnTo>
                  <a:pt x="2414911" y="0"/>
                </a:lnTo>
                <a:lnTo>
                  <a:pt x="2414911" y="422910"/>
                </a:lnTo>
                <a:lnTo>
                  <a:pt x="0" y="422910"/>
                </a:lnTo>
                <a:lnTo>
                  <a:pt x="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8659" y="3360420"/>
            <a:ext cx="6069330" cy="1131570"/>
          </a:xfrm>
          <a:prstGeom prst="rect">
            <a:avLst/>
          </a:prstGeom>
          <a:ln w="22859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>
              <a:lnSpc>
                <a:spcPct val="100000"/>
              </a:lnSpc>
              <a:tabLst>
                <a:tab pos="2239645" algn="l"/>
                <a:tab pos="3276600" algn="l"/>
                <a:tab pos="3975100" algn="l"/>
              </a:tabLst>
            </a:pPr>
            <a:r>
              <a:rPr sz="2850" spc="2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9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24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5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5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lue-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8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 re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-re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775" spc="22" baseline="1501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ersio</a:t>
            </a:r>
            <a:r>
              <a:rPr sz="2775" spc="22" baseline="1501" dirty="0">
                <a:solidFill>
                  <a:srgbClr val="FFFFFF"/>
                </a:solidFill>
                <a:latin typeface="Comic Sans MS"/>
                <a:cs typeface="Comic Sans MS"/>
              </a:rPr>
              <a:t>ns</a:t>
            </a:r>
            <a:endParaRPr sz="2775" baseline="1501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369" y="4674869"/>
            <a:ext cx="6412230" cy="2045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88782" y="5662136"/>
            <a:ext cx="3006090" cy="411480"/>
          </a:xfrm>
          <a:prstGeom prst="rect">
            <a:avLst/>
          </a:prstGeom>
          <a:solidFill>
            <a:srgbClr val="942192"/>
          </a:solidFill>
        </p:spPr>
        <p:txBody>
          <a:bodyPr vert="horz" wrap="square" lIns="0" tIns="0" rIns="0" bIns="0" rtlCol="0">
            <a:spAutoFit/>
          </a:bodyPr>
          <a:lstStyle/>
          <a:p>
            <a:pPr marL="3829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9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lue-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4369" y="4674869"/>
            <a:ext cx="6412230" cy="2045970"/>
          </a:xfrm>
          <a:prstGeom prst="rect">
            <a:avLst/>
          </a:prstGeom>
          <a:ln w="22859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475615">
              <a:lnSpc>
                <a:spcPct val="105300"/>
              </a:lnSpc>
              <a:tabLst>
                <a:tab pos="1635125" algn="l"/>
                <a:tab pos="1689735" algn="l"/>
                <a:tab pos="2421890" algn="l"/>
                <a:tab pos="4066540" algn="l"/>
                <a:tab pos="5260975" algn="l"/>
              </a:tabLst>
            </a:pPr>
            <a:r>
              <a:rPr sz="2850" spc="1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e: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2850" spc="2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5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9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50" spc="1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5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4200">
              <a:latin typeface="Times New Roman"/>
              <a:cs typeface="Times New Roman"/>
            </a:endParaRPr>
          </a:p>
          <a:p>
            <a:pPr marL="208279">
              <a:lnSpc>
                <a:spcPct val="100000"/>
              </a:lnSpc>
            </a:pPr>
            <a:r>
              <a:rPr sz="2150" dirty="0">
                <a:solidFill>
                  <a:srgbClr val="FFFB00"/>
                </a:solidFill>
                <a:latin typeface="Comic Sans MS"/>
                <a:cs typeface="Comic Sans MS"/>
              </a:rPr>
              <a:t>Total = 5 + 8 + 9 = 22.</a:t>
            </a:r>
            <a:endParaRPr sz="2150">
              <a:latin typeface="Comic Sans MS"/>
              <a:cs typeface="Comic Sans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7238" y="1578768"/>
          <a:ext cx="4603422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5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4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8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10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6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9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3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7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0105" y="2660332"/>
          <a:ext cx="2301711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5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4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8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10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70408" y="2660332"/>
          <a:ext cx="2301711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6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9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3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7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417" y="302109"/>
            <a:ext cx="6689090" cy="121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8230">
              <a:lnSpc>
                <a:spcPct val="100000"/>
              </a:lnSpc>
              <a:tabLst>
                <a:tab pos="3036570" algn="l"/>
                <a:tab pos="4308475" algn="l"/>
              </a:tabLst>
            </a:pPr>
            <a:r>
              <a:rPr sz="5000" spc="1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0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6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7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5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094740" algn="l"/>
                <a:tab pos="2827655" algn="l"/>
                <a:tab pos="4189729" algn="l"/>
                <a:tab pos="4658995" algn="l"/>
                <a:tab pos="4994910" algn="l"/>
                <a:tab pos="6182995" algn="l"/>
              </a:tabLst>
            </a:pPr>
            <a:r>
              <a:rPr sz="2850" spc="1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25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5809" y="2160270"/>
            <a:ext cx="5897879" cy="10172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5809" y="2160269"/>
            <a:ext cx="5897880" cy="1017269"/>
          </a:xfrm>
          <a:custGeom>
            <a:avLst/>
            <a:gdLst/>
            <a:ahLst/>
            <a:cxnLst/>
            <a:rect l="l" t="t" r="r" b="b"/>
            <a:pathLst>
              <a:path w="5897880" h="1017269">
                <a:moveTo>
                  <a:pt x="0" y="0"/>
                </a:moveTo>
                <a:lnTo>
                  <a:pt x="5897880" y="0"/>
                </a:lnTo>
                <a:lnTo>
                  <a:pt x="5897880" y="1017269"/>
                </a:lnTo>
                <a:lnTo>
                  <a:pt x="0" y="1017269"/>
                </a:lnTo>
                <a:lnTo>
                  <a:pt x="0" y="0"/>
                </a:lnTo>
                <a:close/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8659" y="3360420"/>
            <a:ext cx="6069329" cy="11315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3246" y="3909059"/>
            <a:ext cx="2453005" cy="411480"/>
          </a:xfrm>
          <a:custGeom>
            <a:avLst/>
            <a:gdLst/>
            <a:ahLst/>
            <a:cxnLst/>
            <a:rect l="l" t="t" r="r" b="b"/>
            <a:pathLst>
              <a:path w="2453005" h="411479">
                <a:moveTo>
                  <a:pt x="0" y="0"/>
                </a:moveTo>
                <a:lnTo>
                  <a:pt x="2452582" y="0"/>
                </a:lnTo>
                <a:lnTo>
                  <a:pt x="2452582" y="411479"/>
                </a:lnTo>
                <a:lnTo>
                  <a:pt x="0" y="411479"/>
                </a:lnTo>
                <a:lnTo>
                  <a:pt x="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23812" y="3891915"/>
            <a:ext cx="2414905" cy="422909"/>
          </a:xfrm>
          <a:custGeom>
            <a:avLst/>
            <a:gdLst/>
            <a:ahLst/>
            <a:cxnLst/>
            <a:rect l="l" t="t" r="r" b="b"/>
            <a:pathLst>
              <a:path w="2414904" h="422910">
                <a:moveTo>
                  <a:pt x="0" y="0"/>
                </a:moveTo>
                <a:lnTo>
                  <a:pt x="2414911" y="0"/>
                </a:lnTo>
                <a:lnTo>
                  <a:pt x="2414911" y="422910"/>
                </a:lnTo>
                <a:lnTo>
                  <a:pt x="0" y="422910"/>
                </a:lnTo>
                <a:lnTo>
                  <a:pt x="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69" y="4674869"/>
            <a:ext cx="6412230" cy="2045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8782" y="5662136"/>
            <a:ext cx="3006090" cy="411480"/>
          </a:xfrm>
          <a:custGeom>
            <a:avLst/>
            <a:gdLst/>
            <a:ahLst/>
            <a:cxnLst/>
            <a:rect l="l" t="t" r="r" b="b"/>
            <a:pathLst>
              <a:path w="3006090" h="411479">
                <a:moveTo>
                  <a:pt x="0" y="0"/>
                </a:moveTo>
                <a:lnTo>
                  <a:pt x="3006090" y="0"/>
                </a:lnTo>
                <a:lnTo>
                  <a:pt x="300609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solidFill>
            <a:srgbClr val="9421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66412" y="2003115"/>
            <a:ext cx="704215" cy="0"/>
          </a:xfrm>
          <a:custGeom>
            <a:avLst/>
            <a:gdLst/>
            <a:ahLst/>
            <a:cxnLst/>
            <a:rect l="l" t="t" r="r" b="b"/>
            <a:pathLst>
              <a:path w="704215">
                <a:moveTo>
                  <a:pt x="0" y="0"/>
                </a:moveTo>
                <a:lnTo>
                  <a:pt x="704032" y="0"/>
                </a:lnTo>
              </a:path>
            </a:pathLst>
          </a:custGeom>
          <a:ln w="8083">
            <a:solidFill>
              <a:srgbClr val="FFFB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21437" y="1657990"/>
            <a:ext cx="7762240" cy="128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850" spc="25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850" spc="6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2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  <a:p>
            <a:pPr marL="12700">
              <a:lnSpc>
                <a:spcPts val="3195"/>
              </a:lnSpc>
              <a:spcBef>
                <a:spcPts val="630"/>
              </a:spcBef>
              <a:tabLst>
                <a:tab pos="1131570" algn="l"/>
                <a:tab pos="1864995" algn="l"/>
                <a:tab pos="2212975" algn="l"/>
                <a:tab pos="3558540" algn="l"/>
                <a:tab pos="4034154" algn="l"/>
                <a:tab pos="5051425" algn="l"/>
              </a:tabLst>
            </a:pPr>
            <a:r>
              <a:rPr sz="2850" spc="7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1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50" spc="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37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equ</a:t>
            </a:r>
            <a:r>
              <a:rPr sz="2850" spc="1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6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850">
              <a:latin typeface="Calibri"/>
              <a:cs typeface="Calibri"/>
            </a:endParaRPr>
          </a:p>
          <a:p>
            <a:pPr marR="41275" algn="r">
              <a:lnSpc>
                <a:spcPts val="3195"/>
              </a:lnSpc>
            </a:pPr>
            <a:r>
              <a:rPr sz="2850" spc="110" dirty="0">
                <a:solidFill>
                  <a:srgbClr val="FFFB00"/>
                </a:solidFill>
                <a:latin typeface="Calibri"/>
                <a:cs typeface="Calibri"/>
              </a:rPr>
              <a:t>O(</a:t>
            </a:r>
            <a:r>
              <a:rPr sz="2850" spc="-395" dirty="0">
                <a:solidFill>
                  <a:srgbClr val="FFFB00"/>
                </a:solidFill>
                <a:latin typeface="Calibri"/>
                <a:cs typeface="Calibri"/>
              </a:rPr>
              <a:t>1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659" y="3360420"/>
            <a:ext cx="6069330" cy="1131570"/>
          </a:xfrm>
          <a:prstGeom prst="rect">
            <a:avLst/>
          </a:prstGeom>
          <a:ln w="22859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>
              <a:lnSpc>
                <a:spcPct val="100000"/>
              </a:lnSpc>
              <a:tabLst>
                <a:tab pos="2239645" algn="l"/>
                <a:tab pos="3276600" algn="l"/>
                <a:tab pos="3975100" algn="l"/>
              </a:tabLst>
            </a:pPr>
            <a:r>
              <a:rPr sz="2850" spc="2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9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24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5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5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lue-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8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 re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-re</a:t>
            </a:r>
            <a:r>
              <a:rPr sz="2775" spc="30" baseline="1501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775" spc="22" baseline="1501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2775" spc="15" baseline="1501" dirty="0">
                <a:solidFill>
                  <a:srgbClr val="FFFFFF"/>
                </a:solidFill>
                <a:latin typeface="Comic Sans MS"/>
                <a:cs typeface="Comic Sans MS"/>
              </a:rPr>
              <a:t>ersio</a:t>
            </a:r>
            <a:r>
              <a:rPr sz="2775" spc="22" baseline="1501" dirty="0">
                <a:solidFill>
                  <a:srgbClr val="FFFFFF"/>
                </a:solidFill>
                <a:latin typeface="Comic Sans MS"/>
                <a:cs typeface="Comic Sans MS"/>
              </a:rPr>
              <a:t>ns</a:t>
            </a:r>
            <a:endParaRPr sz="2775" baseline="1501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4369" y="4674869"/>
            <a:ext cx="6412230" cy="2045970"/>
          </a:xfrm>
          <a:prstGeom prst="rect">
            <a:avLst/>
          </a:prstGeom>
          <a:ln w="22859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475615">
              <a:lnSpc>
                <a:spcPct val="105300"/>
              </a:lnSpc>
              <a:tabLst>
                <a:tab pos="1635125" algn="l"/>
                <a:tab pos="1689735" algn="l"/>
                <a:tab pos="2421890" algn="l"/>
                <a:tab pos="4066540" algn="l"/>
                <a:tab pos="5260975" algn="l"/>
              </a:tabLst>
            </a:pPr>
            <a:r>
              <a:rPr sz="2850" spc="1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e: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2850" spc="2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5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5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9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50" spc="1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5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50" spc="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5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2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3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spc="1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50">
              <a:latin typeface="Calibri"/>
              <a:cs typeface="Calibri"/>
            </a:endParaRPr>
          </a:p>
          <a:p>
            <a:pPr marL="1386205">
              <a:lnSpc>
                <a:spcPct val="100000"/>
              </a:lnSpc>
              <a:spcBef>
                <a:spcPts val="117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9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lue-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d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inv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s</a:t>
            </a:r>
            <a:endParaRPr sz="1800">
              <a:latin typeface="Comic Sans MS"/>
              <a:cs typeface="Comic Sans MS"/>
            </a:endParaRPr>
          </a:p>
          <a:p>
            <a:pPr marL="208279">
              <a:lnSpc>
                <a:spcPct val="100000"/>
              </a:lnSpc>
              <a:spcBef>
                <a:spcPts val="1540"/>
              </a:spcBef>
            </a:pPr>
            <a:r>
              <a:rPr sz="2150" dirty="0">
                <a:solidFill>
                  <a:srgbClr val="FFFB00"/>
                </a:solidFill>
                <a:latin typeface="Comic Sans MS"/>
                <a:cs typeface="Comic Sans MS"/>
              </a:rPr>
              <a:t>Total = 5 + 8 + 9 = 22.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8453" y="3692530"/>
            <a:ext cx="13970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9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r>
              <a:rPr sz="2850" spc="220" dirty="0">
                <a:solidFill>
                  <a:srgbClr val="FFFB00"/>
                </a:solidFill>
                <a:latin typeface="Calibri"/>
                <a:cs typeface="Calibri"/>
              </a:rPr>
              <a:t>*</a:t>
            </a:r>
            <a:r>
              <a:rPr sz="2850" spc="24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/</a:t>
            </a:r>
            <a:r>
              <a:rPr sz="2850" spc="110" dirty="0">
                <a:solidFill>
                  <a:srgbClr val="FFFB00"/>
                </a:solidFill>
                <a:latin typeface="Calibri"/>
                <a:cs typeface="Calibri"/>
              </a:rPr>
              <a:t>2)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8981" y="5441320"/>
            <a:ext cx="51943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???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7238" y="1578768"/>
          <a:ext cx="4603422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5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4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8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10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6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9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11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3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latin typeface="Comic Sans MS"/>
                          <a:cs typeface="Comic Sans MS"/>
                        </a:rPr>
                        <a:t>7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EFCE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0105" y="2660332"/>
          <a:ext cx="2301711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5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4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8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10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4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70408" y="2660332"/>
          <a:ext cx="2301711" cy="347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186"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6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9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12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11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3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7</a:t>
                      </a:r>
                      <a:endParaRPr sz="215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FF2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705" y="772009"/>
            <a:ext cx="5180965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5520" algn="l"/>
              </a:tabLst>
            </a:pPr>
            <a:r>
              <a:rPr sz="5000" spc="6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50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5000" spc="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8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969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5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5000" spc="17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8400" y="29337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8400" y="33528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8400" y="41783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71452" y="1945009"/>
            <a:ext cx="6737984" cy="2481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ct val="100000"/>
              </a:lnSpc>
              <a:tabLst>
                <a:tab pos="1628139" algn="l"/>
                <a:tab pos="2104390" algn="l"/>
              </a:tabLst>
            </a:pPr>
            <a:r>
              <a:rPr sz="2850" spc="-5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50" spc="1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50" spc="3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50" spc="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37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5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5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2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204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50" spc="1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50" spc="11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5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50" spc="25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50" spc="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  <a:p>
            <a:pPr marL="401320" marR="1213485" indent="-388620">
              <a:lnSpc>
                <a:spcPct val="105000"/>
              </a:lnSpc>
              <a:spcBef>
                <a:spcPts val="560"/>
              </a:spcBef>
              <a:tabLst>
                <a:tab pos="1533525" algn="l"/>
              </a:tabLst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3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15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20202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20202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2020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20202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20202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2020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509"/>
              </a:spcBef>
            </a:pP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150"/>
              </a:spcBef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705" y="759309"/>
            <a:ext cx="518096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5520" algn="l"/>
              </a:tabLst>
            </a:pPr>
            <a:r>
              <a:rPr sz="5000" spc="6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50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5000" spc="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8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969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2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5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5000" spc="17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0042" y="3202229"/>
            <a:ext cx="6720205" cy="1808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455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d</a:t>
            </a:r>
            <a:r>
              <a:rPr sz="2500" spc="110" dirty="0">
                <a:solidFill>
                  <a:srgbClr val="FFFB00"/>
                </a:solidFill>
                <a:latin typeface="Calibri"/>
                <a:cs typeface="Calibri"/>
              </a:rPr>
              <a:t>ea</a:t>
            </a:r>
            <a:r>
              <a:rPr sz="2500" spc="45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500" spc="11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B00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B00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B00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5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3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4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500" dirty="0">
                <a:solidFill>
                  <a:srgbClr val="00FDFF"/>
                </a:solidFill>
                <a:latin typeface="Calibri"/>
                <a:cs typeface="Calibri"/>
              </a:rPr>
              <a:t>M</a:t>
            </a:r>
            <a:r>
              <a:rPr sz="2500" spc="30" dirty="0">
                <a:solidFill>
                  <a:srgbClr val="00FD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00FDFF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00FDFF"/>
                </a:solidFill>
                <a:latin typeface="Calibri"/>
                <a:cs typeface="Calibri"/>
              </a:rPr>
              <a:t>ifi</a:t>
            </a:r>
            <a:r>
              <a:rPr sz="2500" spc="180" dirty="0">
                <a:solidFill>
                  <a:srgbClr val="00FD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00FD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00FD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00FDFF"/>
                </a:solidFill>
                <a:latin typeface="Calibri"/>
                <a:cs typeface="Calibri"/>
              </a:rPr>
              <a:t> </a:t>
            </a:r>
            <a:r>
              <a:rPr sz="2500" spc="-100" dirty="0">
                <a:solidFill>
                  <a:srgbClr val="00FD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00FD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00FD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00FD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00FD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00FD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00FD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00FD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00FD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00FDFF"/>
                </a:solidFill>
                <a:latin typeface="Calibri"/>
                <a:cs typeface="Calibri"/>
              </a:rPr>
              <a:t>r</a:t>
            </a:r>
            <a:r>
              <a:rPr sz="2500" spc="15" dirty="0">
                <a:solidFill>
                  <a:srgbClr val="00FDFF"/>
                </a:solidFill>
                <a:latin typeface="Calibri"/>
                <a:cs typeface="Calibri"/>
              </a:rPr>
              <a:t>t</a:t>
            </a:r>
            <a:r>
              <a:rPr sz="2500" spc="110" dirty="0">
                <a:solidFill>
                  <a:srgbClr val="00FD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74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74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94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46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51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518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9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9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23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230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02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02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80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0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37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37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95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5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52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52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66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66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234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234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16634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84215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40" h="66039">
                <a:moveTo>
                  <a:pt x="65796" y="0"/>
                </a:moveTo>
                <a:lnTo>
                  <a:pt x="0" y="499"/>
                </a:lnTo>
                <a:lnTo>
                  <a:pt x="33396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12271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79852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69678" y="1020369"/>
            <a:ext cx="8249284" cy="2585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648335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648335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9527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74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74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94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946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51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518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9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9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23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230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02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0210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80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06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37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378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95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50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52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52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66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662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234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199" y="0"/>
                </a:lnTo>
                <a:lnTo>
                  <a:pt x="457199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23409" y="49196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0"/>
                </a:moveTo>
                <a:lnTo>
                  <a:pt x="457200" y="0"/>
                </a:lnTo>
                <a:lnTo>
                  <a:pt x="457200" y="414337"/>
                </a:lnTo>
                <a:lnTo>
                  <a:pt x="0" y="414337"/>
                </a:lnTo>
                <a:lnTo>
                  <a:pt x="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16634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84215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40" h="66039">
                <a:moveTo>
                  <a:pt x="65796" y="0"/>
                </a:moveTo>
                <a:lnTo>
                  <a:pt x="0" y="499"/>
                </a:lnTo>
                <a:lnTo>
                  <a:pt x="33396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80902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48482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69678" y="1020369"/>
            <a:ext cx="8249284" cy="2585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648335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648335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60859" y="5002692"/>
            <a:ext cx="1709420" cy="1195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31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  <a:tabLst>
                <a:tab pos="1487805" algn="l"/>
              </a:tabLst>
            </a:pPr>
            <a:r>
              <a:rPr sz="2850" spc="-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3834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1415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0902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8482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9939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5626" y="5807079"/>
            <a:ext cx="138493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63320" algn="l"/>
              </a:tabLst>
            </a:pPr>
            <a:r>
              <a:rPr sz="2850" spc="-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1034" y="362140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98615" y="3764909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7"/>
                </a:lnTo>
                <a:lnTo>
                  <a:pt x="33397" y="66045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0902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8482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66802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5626" y="5807079"/>
            <a:ext cx="138493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63320" algn="l"/>
              </a:tabLst>
            </a:pPr>
            <a:r>
              <a:rPr sz="2850" spc="-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88234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55815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0902" y="360997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8482" y="375347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11379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5626" y="5807079"/>
            <a:ext cx="138493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63320" algn="l"/>
              </a:tabLst>
            </a:pPr>
            <a:r>
              <a:rPr sz="2850" spc="-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9664" y="362140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67245" y="3764909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7"/>
                </a:lnTo>
                <a:lnTo>
                  <a:pt x="33397" y="66045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38102" y="362140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05682" y="376490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11379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2069464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62685" algn="l"/>
                <a:tab pos="1510665" algn="l"/>
                <a:tab pos="1847850" algn="l"/>
              </a:tabLst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5434" y="362140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13015" y="3764909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7"/>
                </a:lnTo>
                <a:lnTo>
                  <a:pt x="33397" y="66045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38102" y="362140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05682" y="376490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57099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2069464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62685" algn="l"/>
                <a:tab pos="1510665" algn="l"/>
                <a:tab pos="1847850" algn="l"/>
              </a:tabLst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2574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0155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95302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62882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608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570990">
              <a:lnSpc>
                <a:spcPct val="100000"/>
              </a:lnSpc>
              <a:spcBef>
                <a:spcPts val="149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160401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2574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0155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2501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20082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6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608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570990">
              <a:lnSpc>
                <a:spcPct val="100000"/>
              </a:lnSpc>
              <a:spcBef>
                <a:spcPts val="149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228854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  <a:tab pos="1730375" algn="l"/>
                <a:tab pos="2067560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2634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0215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2501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20082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6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066925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9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228854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  <a:tab pos="1730375" algn="l"/>
                <a:tab pos="2067560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1234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98815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2501" y="363283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20082" y="377633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6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57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256790">
              <a:lnSpc>
                <a:spcPct val="100000"/>
              </a:lnSpc>
              <a:spcBef>
                <a:spcPts val="122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228854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  <a:tab pos="1730375" algn="l"/>
                <a:tab pos="2067560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19804" y="364426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87385" y="378776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9702" y="364426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77283" y="378776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40" h="66039">
                <a:moveTo>
                  <a:pt x="65796" y="0"/>
                </a:moveTo>
                <a:lnTo>
                  <a:pt x="0" y="499"/>
                </a:lnTo>
                <a:lnTo>
                  <a:pt x="33395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620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268220">
              <a:lnSpc>
                <a:spcPct val="100000"/>
              </a:lnSpc>
              <a:spcBef>
                <a:spcPts val="158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228854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  <a:tab pos="1730375" algn="l"/>
                <a:tab pos="2067560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325" algn="l"/>
                <a:tab pos="3364865" algn="l"/>
              </a:tabLst>
            </a:pPr>
            <a:r>
              <a:rPr spc="-180" dirty="0"/>
              <a:t>M</a:t>
            </a:r>
            <a:r>
              <a:rPr spc="235" dirty="0"/>
              <a:t>e</a:t>
            </a:r>
            <a:r>
              <a:rPr spc="365" dirty="0"/>
              <a:t>r</a:t>
            </a:r>
            <a:r>
              <a:rPr spc="335" dirty="0"/>
              <a:t>g</a:t>
            </a:r>
            <a:r>
              <a:rPr spc="125" dirty="0"/>
              <a:t>e</a:t>
            </a:r>
            <a:r>
              <a:rPr dirty="0"/>
              <a:t>	</a:t>
            </a:r>
            <a:r>
              <a:rPr spc="265" dirty="0"/>
              <a:t>a</a:t>
            </a:r>
            <a:r>
              <a:rPr spc="145" dirty="0"/>
              <a:t>n</a:t>
            </a:r>
            <a:r>
              <a:rPr spc="-80" dirty="0"/>
              <a:t>d</a:t>
            </a:r>
            <a:r>
              <a:rPr dirty="0"/>
              <a:t>	</a:t>
            </a:r>
            <a:r>
              <a:rPr spc="235" dirty="0"/>
              <a:t>C</a:t>
            </a:r>
            <a:r>
              <a:rPr spc="-60" dirty="0"/>
              <a:t>o</a:t>
            </a:r>
            <a:r>
              <a:rPr spc="70" dirty="0"/>
              <a:t>u</a:t>
            </a:r>
            <a:r>
              <a:rPr spc="-270" dirty="0"/>
              <a:t>n</a:t>
            </a:r>
            <a:r>
              <a:rPr spc="60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419100" y="1092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2800" y="1752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2800" y="28575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19804" y="364426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87385" y="378776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39" h="66039">
                <a:moveTo>
                  <a:pt x="65797" y="0"/>
                </a:moveTo>
                <a:lnTo>
                  <a:pt x="0" y="499"/>
                </a:lnTo>
                <a:lnTo>
                  <a:pt x="33397" y="66046"/>
                </a:lnTo>
                <a:lnTo>
                  <a:pt x="65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9702" y="3644264"/>
            <a:ext cx="0" cy="161290"/>
          </a:xfrm>
          <a:custGeom>
            <a:avLst/>
            <a:gdLst/>
            <a:ahLst/>
            <a:cxnLst/>
            <a:rect l="l" t="t" r="r" b="b"/>
            <a:pathLst>
              <a:path h="161289">
                <a:moveTo>
                  <a:pt x="0" y="0"/>
                </a:moveTo>
                <a:lnTo>
                  <a:pt x="0" y="16089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77283" y="3787768"/>
            <a:ext cx="66040" cy="66040"/>
          </a:xfrm>
          <a:custGeom>
            <a:avLst/>
            <a:gdLst/>
            <a:ahLst/>
            <a:cxnLst/>
            <a:rect l="l" t="t" r="r" b="b"/>
            <a:pathLst>
              <a:path w="66040" h="66039">
                <a:moveTo>
                  <a:pt x="65796" y="0"/>
                </a:moveTo>
                <a:lnTo>
                  <a:pt x="0" y="499"/>
                </a:lnTo>
                <a:lnTo>
                  <a:pt x="33395" y="66046"/>
                </a:lnTo>
                <a:lnTo>
                  <a:pt x="65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7122" y="1020369"/>
            <a:ext cx="8001634" cy="2620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5080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60" baseline="-18518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spc="382" baseline="-18518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75" baseline="-18518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85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49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268220">
              <a:lnSpc>
                <a:spcPct val="100000"/>
              </a:lnSpc>
              <a:spcBef>
                <a:spcPts val="1580"/>
              </a:spcBef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9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0705" y="5807079"/>
            <a:ext cx="896619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50" dirty="0">
                <a:solidFill>
                  <a:srgbClr val="FFFB00"/>
                </a:solidFill>
                <a:latin typeface="Calibri"/>
                <a:cs typeface="Calibri"/>
              </a:rPr>
              <a:t>: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1350" y="5807079"/>
            <a:ext cx="309054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  <a:tab pos="697230" algn="l"/>
                <a:tab pos="1045210" algn="l"/>
                <a:tab pos="1382395" algn="l"/>
                <a:tab pos="1730375" algn="l"/>
                <a:tab pos="2067560" algn="l"/>
                <a:tab pos="2415540" algn="l"/>
                <a:tab pos="2733040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6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2	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=	</a:t>
            </a:r>
            <a:r>
              <a:rPr sz="2850" spc="-395" dirty="0">
                <a:solidFill>
                  <a:srgbClr val="FFFB00"/>
                </a:solidFill>
                <a:latin typeface="Calibri"/>
                <a:cs typeface="Calibri"/>
              </a:rPr>
              <a:t>1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3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694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89095" y="3923347"/>
          <a:ext cx="2743194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941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17294" y="4913947"/>
          <a:ext cx="5486388" cy="414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2150" spc="-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21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21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1429">
                      <a:solidFill>
                        <a:srgbClr val="FFFFFF"/>
                      </a:solidFill>
                      <a:prstDash val="solid"/>
                    </a:lnL>
                    <a:lnR w="11429">
                      <a:solidFill>
                        <a:srgbClr val="FFFFFF"/>
                      </a:solidFill>
                      <a:prstDash val="solid"/>
                    </a:lnR>
                    <a:lnT w="11429">
                      <a:solidFill>
                        <a:srgbClr val="FFFFFF"/>
                      </a:solidFill>
                      <a:prstDash val="solid"/>
                    </a:lnT>
                    <a:lnB w="11429">
                      <a:solidFill>
                        <a:srgbClr val="FFFFFF"/>
                      </a:solidFill>
                      <a:prstDash val="solid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8484" y="360529"/>
            <a:ext cx="5826760" cy="146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0" marR="5080" indent="-718185">
              <a:lnSpc>
                <a:spcPct val="107800"/>
              </a:lnSpc>
              <a:tabLst>
                <a:tab pos="2744470" algn="l"/>
              </a:tabLst>
            </a:pPr>
            <a:r>
              <a:rPr sz="5050" spc="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50" spc="1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7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50" spc="-2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6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26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27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5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50" spc="22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50" spc="5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50" spc="1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505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-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8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50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969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5000" spc="8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3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-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392" y="1860475"/>
            <a:ext cx="5968365" cy="4870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0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d-C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2500">
              <a:latin typeface="Calibri"/>
              <a:cs typeface="Calibri"/>
            </a:endParaRPr>
          </a:p>
          <a:p>
            <a:pPr marL="746760" marR="2055495" indent="-367665">
              <a:lnSpc>
                <a:spcPct val="105000"/>
              </a:lnSpc>
            </a:pP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(0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379730" marR="5080">
              <a:lnSpc>
                <a:spcPct val="105000"/>
              </a:lnSpc>
            </a:pP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Div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79" baseline="-168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3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3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75" baseline="-168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3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3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t(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379730" marR="834390">
              <a:lnSpc>
                <a:spcPct val="113999"/>
              </a:lnSpc>
            </a:pP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57" baseline="-168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3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4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79" baseline="-168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baseline="-168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68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75" baseline="-168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75" baseline="-168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68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57" baseline="-8417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2475" baseline="-8417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132" y="126449"/>
            <a:ext cx="3755390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68475" algn="l"/>
              </a:tabLst>
            </a:pPr>
            <a:r>
              <a:rPr sz="3250" spc="1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5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50" spc="-19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16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50" spc="6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-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50" spc="1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50" spc="3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5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5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50" spc="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2363" y="113749"/>
            <a:ext cx="2832100" cy="43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50" spc="6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11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325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5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5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250" spc="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50" spc="-19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1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50" spc="-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50" spc="4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5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522" y="739559"/>
            <a:ext cx="5936615" cy="5807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1360" marR="2988310" indent="-708660">
              <a:lnSpc>
                <a:spcPct val="107200"/>
              </a:lnSpc>
              <a:tabLst>
                <a:tab pos="1924685" algn="l"/>
              </a:tabLst>
            </a:pPr>
            <a:r>
              <a:rPr sz="1850" spc="-3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33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5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50" spc="-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6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9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9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00" spc="1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7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900" spc="95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00" spc="1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9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9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00" spc="4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30" dirty="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90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  <a:spcBef>
                <a:spcPts val="200"/>
              </a:spcBef>
            </a:pP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  <a:spcBef>
                <a:spcPts val="209"/>
              </a:spcBef>
            </a:pP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5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16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5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850">
              <a:latin typeface="Calibri"/>
              <a:cs typeface="Calibri"/>
            </a:endParaRPr>
          </a:p>
          <a:p>
            <a:pPr marL="1097915" marR="375920" indent="-377190">
              <a:lnSpc>
                <a:spcPts val="2430"/>
              </a:lnSpc>
              <a:spcBef>
                <a:spcPts val="114"/>
              </a:spcBef>
              <a:tabLst>
                <a:tab pos="2554605" algn="l"/>
              </a:tabLst>
            </a:pPr>
            <a:r>
              <a:rPr sz="1900" spc="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900" spc="6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9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spc="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9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r>
              <a:rPr sz="19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50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-20" dirty="0">
                <a:solidFill>
                  <a:srgbClr val="FFFFFF"/>
                </a:solidFill>
                <a:latin typeface="Calibri"/>
                <a:cs typeface="Calibri"/>
              </a:rPr>
              <a:t>[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1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90" dirty="0">
                <a:solidFill>
                  <a:srgbClr val="FFFFFF"/>
                </a:solidFill>
                <a:latin typeface="Calibri"/>
                <a:cs typeface="Calibri"/>
              </a:rPr>
              <a:t>]</a:t>
            </a:r>
            <a:r>
              <a:rPr sz="1850" spc="8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50" spc="-50" dirty="0">
                <a:solidFill>
                  <a:srgbClr val="FFFFFF"/>
                </a:solidFill>
                <a:latin typeface="Calibri"/>
                <a:cs typeface="Calibri"/>
              </a:rPr>
              <a:t>[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105" dirty="0">
                <a:solidFill>
                  <a:srgbClr val="FFFFFF"/>
                </a:solidFill>
                <a:latin typeface="Calibri"/>
                <a:cs typeface="Calibri"/>
              </a:rPr>
              <a:t>rB];</a:t>
            </a:r>
            <a:endParaRPr sz="1850">
              <a:latin typeface="Calibri"/>
              <a:cs typeface="Calibri"/>
            </a:endParaRPr>
          </a:p>
          <a:p>
            <a:pPr marL="1097915">
              <a:lnSpc>
                <a:spcPct val="100000"/>
              </a:lnSpc>
              <a:spcBef>
                <a:spcPts val="45"/>
              </a:spcBef>
            </a:pP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9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5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9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1498600" marR="1776095">
              <a:lnSpc>
                <a:spcPts val="2430"/>
              </a:lnSpc>
              <a:spcBef>
                <a:spcPts val="105"/>
              </a:spcBef>
            </a:pP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185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8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160" dirty="0">
                <a:solidFill>
                  <a:srgbClr val="FFFFFF"/>
                </a:solidFill>
                <a:latin typeface="Calibri"/>
                <a:cs typeface="Calibri"/>
              </a:rPr>
              <a:t>rA</a:t>
            </a:r>
            <a:r>
              <a:rPr sz="1850" spc="114" dirty="0">
                <a:solidFill>
                  <a:srgbClr val="FFFFFF"/>
                </a:solidFill>
                <a:latin typeface="Calibri"/>
                <a:cs typeface="Calibri"/>
              </a:rPr>
              <a:t>++;</a:t>
            </a:r>
            <a:endParaRPr sz="1850">
              <a:latin typeface="Calibri"/>
              <a:cs typeface="Calibri"/>
            </a:endParaRPr>
          </a:p>
          <a:p>
            <a:pPr marL="1097915">
              <a:lnSpc>
                <a:spcPct val="100000"/>
              </a:lnSpc>
              <a:spcBef>
                <a:spcPts val="45"/>
              </a:spcBef>
            </a:pPr>
            <a:r>
              <a:rPr sz="1900" spc="8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1900" spc="6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1498600" marR="1770380">
              <a:lnSpc>
                <a:spcPts val="2430"/>
              </a:lnSpc>
              <a:spcBef>
                <a:spcPts val="105"/>
              </a:spcBef>
            </a:pP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185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8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114" dirty="0">
                <a:solidFill>
                  <a:srgbClr val="FFFFFF"/>
                </a:solidFill>
                <a:latin typeface="Calibri"/>
                <a:cs typeface="Calibri"/>
              </a:rPr>
              <a:t>rB++;</a:t>
            </a:r>
            <a:endParaRPr sz="1850">
              <a:latin typeface="Calibri"/>
              <a:cs typeface="Calibri"/>
            </a:endParaRPr>
          </a:p>
          <a:p>
            <a:pPr marL="1498600">
              <a:lnSpc>
                <a:spcPct val="100000"/>
              </a:lnSpc>
              <a:spcBef>
                <a:spcPts val="95"/>
              </a:spcBef>
            </a:pP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9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7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25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185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7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50">
              <a:latin typeface="Calibri"/>
              <a:cs typeface="Calibri"/>
            </a:endParaRPr>
          </a:p>
          <a:p>
            <a:pPr marL="1097915">
              <a:lnSpc>
                <a:spcPct val="100000"/>
              </a:lnSpc>
              <a:spcBef>
                <a:spcPts val="160"/>
              </a:spcBef>
            </a:pPr>
            <a:r>
              <a:rPr sz="1900" spc="65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  <a:spcBef>
                <a:spcPts val="200"/>
              </a:spcBef>
            </a:pPr>
            <a:r>
              <a:rPr sz="1850" spc="8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1850">
              <a:latin typeface="Calibri"/>
              <a:cs typeface="Calibri"/>
            </a:endParaRPr>
          </a:p>
          <a:p>
            <a:pPr marL="721360" marR="5080">
              <a:lnSpc>
                <a:spcPts val="2430"/>
              </a:lnSpc>
              <a:spcBef>
                <a:spcPts val="114"/>
              </a:spcBef>
            </a:pP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5" dirty="0">
                <a:solidFill>
                  <a:srgbClr val="FFFFFF"/>
                </a:solidFill>
                <a:latin typeface="Calibri"/>
                <a:cs typeface="Calibri"/>
              </a:rPr>
              <a:t>A)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9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00" spc="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900" spc="2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spc="229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900" spc="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1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00" spc="1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9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900" spc="1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9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9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00" spc="17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9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0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5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24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50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1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185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endParaRPr sz="1850">
              <a:latin typeface="Calibri"/>
              <a:cs typeface="Calibri"/>
            </a:endParaRPr>
          </a:p>
          <a:p>
            <a:pPr marL="721360">
              <a:lnSpc>
                <a:spcPct val="100000"/>
              </a:lnSpc>
              <a:spcBef>
                <a:spcPts val="95"/>
              </a:spcBef>
            </a:pPr>
            <a:r>
              <a:rPr sz="185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2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50" spc="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5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1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5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50" spc="14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850" spc="-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50" spc="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5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50" spc="1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50" spc="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50" spc="185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endParaRPr sz="1850">
              <a:latin typeface="Calibri"/>
              <a:cs typeface="Calibri"/>
            </a:endParaRPr>
          </a:p>
          <a:p>
            <a:pPr marL="107314">
              <a:lnSpc>
                <a:spcPct val="100000"/>
              </a:lnSpc>
              <a:spcBef>
                <a:spcPts val="209"/>
              </a:spcBef>
            </a:pPr>
            <a:r>
              <a:rPr sz="1850" spc="8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7779" y="772009"/>
            <a:ext cx="7128509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89075" algn="l"/>
                <a:tab pos="2322195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66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-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4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8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000" spc="8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-3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-7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392" y="1860475"/>
            <a:ext cx="5968365" cy="4870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0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d-C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2500">
              <a:latin typeface="Calibri"/>
              <a:cs typeface="Calibri"/>
            </a:endParaRPr>
          </a:p>
          <a:p>
            <a:pPr marL="746760" marR="2055495" indent="-367665">
              <a:lnSpc>
                <a:spcPct val="105000"/>
              </a:lnSpc>
            </a:pP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(0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379730" marR="5080">
              <a:lnSpc>
                <a:spcPct val="105000"/>
              </a:lnSpc>
            </a:pP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Div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79" baseline="-168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3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3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75" baseline="-168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3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-a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3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t(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379730" marR="834390">
              <a:lnSpc>
                <a:spcPct val="113999"/>
              </a:lnSpc>
            </a:pP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57" baseline="-168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entury Gothic"/>
                <a:cs typeface="Century Gothic"/>
              </a:rPr>
              <a:t>←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3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4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79" baseline="-168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75" baseline="-168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68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75" baseline="-168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75" baseline="-1683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75" spc="-240" baseline="-168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75" spc="157" baseline="-8417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2475" baseline="-8417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8929" y="759309"/>
            <a:ext cx="620649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24638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3400" y="3530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100" y="41910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400" y="52578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1422" y="2379270"/>
            <a:ext cx="7590790" cy="3546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  <a:tabLst>
                <a:tab pos="1990725" algn="l"/>
              </a:tabLst>
            </a:pPr>
            <a:r>
              <a:rPr sz="2500" spc="2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pl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e,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Eu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ea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8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401320" marR="65405">
              <a:lnSpc>
                <a:spcPct val="105000"/>
              </a:lnSpc>
              <a:spcBef>
                <a:spcPts val="2070"/>
              </a:spcBef>
            </a:pP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1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6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5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20" dirty="0">
                <a:solidFill>
                  <a:srgbClr val="FFFFFF"/>
                </a:solidFill>
                <a:latin typeface="Calibri"/>
                <a:cs typeface="Calibri"/>
              </a:rPr>
              <a:t>mo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ra</a:t>
            </a:r>
            <a:r>
              <a:rPr sz="2500" spc="155" dirty="0">
                <a:solidFill>
                  <a:srgbClr val="FFFFFF"/>
                </a:solidFill>
                <a:latin typeface="Calibri"/>
                <a:cs typeface="Calibri"/>
              </a:rPr>
              <a:t>ff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  <a:tabLst>
                <a:tab pos="1969135" algn="l"/>
              </a:tabLst>
            </a:pP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500" dirty="0">
                <a:solidFill>
                  <a:srgbClr val="FFFFFF"/>
                </a:solidFill>
                <a:latin typeface="Symbol"/>
                <a:cs typeface="Symbol"/>
              </a:rPr>
              <a:t>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50" spc="127" baseline="2564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8929" y="484989"/>
            <a:ext cx="6206490" cy="1209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2271395" algn="l"/>
                <a:tab pos="3627120" algn="l"/>
                <a:tab pos="44602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  <a:tabLst>
                <a:tab pos="2617470" algn="l"/>
              </a:tabLst>
            </a:pPr>
            <a:r>
              <a:rPr sz="3250" spc="-44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3250" spc="66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50" spc="-5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16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250" spc="1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325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5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50" spc="14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50" spc="2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50" spc="-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50" spc="1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50" spc="3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5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50" spc="5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5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5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0554" y="3429000"/>
            <a:ext cx="6744970" cy="635"/>
          </a:xfrm>
          <a:custGeom>
            <a:avLst/>
            <a:gdLst/>
            <a:ahLst/>
            <a:cxnLst/>
            <a:rect l="l" t="t" r="r" b="b"/>
            <a:pathLst>
              <a:path w="6744970" h="635">
                <a:moveTo>
                  <a:pt x="0" y="0"/>
                </a:moveTo>
                <a:lnTo>
                  <a:pt x="6744745" y="114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7526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2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2" y="146827"/>
                </a:lnTo>
                <a:lnTo>
                  <a:pt x="165172" y="115319"/>
                </a:lnTo>
                <a:lnTo>
                  <a:pt x="170480" y="79639"/>
                </a:lnTo>
                <a:lnTo>
                  <a:pt x="168871" y="67664"/>
                </a:lnTo>
                <a:lnTo>
                  <a:pt x="145545" y="24481"/>
                </a:lnTo>
                <a:lnTo>
                  <a:pt x="110694" y="3503"/>
                </a:lnTo>
                <a:lnTo>
                  <a:pt x="87622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7294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3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1" y="146826"/>
                </a:lnTo>
                <a:lnTo>
                  <a:pt x="165172" y="115318"/>
                </a:lnTo>
                <a:lnTo>
                  <a:pt x="170480" y="79639"/>
                </a:lnTo>
                <a:lnTo>
                  <a:pt x="168871" y="67663"/>
                </a:lnTo>
                <a:lnTo>
                  <a:pt x="145544" y="24481"/>
                </a:lnTo>
                <a:lnTo>
                  <a:pt x="110695" y="3504"/>
                </a:lnTo>
                <a:lnTo>
                  <a:pt x="87623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5859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3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1" y="146826"/>
                </a:lnTo>
                <a:lnTo>
                  <a:pt x="165172" y="115318"/>
                </a:lnTo>
                <a:lnTo>
                  <a:pt x="170480" y="79639"/>
                </a:lnTo>
                <a:lnTo>
                  <a:pt x="168871" y="67663"/>
                </a:lnTo>
                <a:lnTo>
                  <a:pt x="145544" y="24481"/>
                </a:lnTo>
                <a:lnTo>
                  <a:pt x="110695" y="3504"/>
                </a:lnTo>
                <a:lnTo>
                  <a:pt x="87623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7848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3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1" y="146826"/>
                </a:lnTo>
                <a:lnTo>
                  <a:pt x="165172" y="115318"/>
                </a:lnTo>
                <a:lnTo>
                  <a:pt x="170480" y="79639"/>
                </a:lnTo>
                <a:lnTo>
                  <a:pt x="168871" y="67663"/>
                </a:lnTo>
                <a:lnTo>
                  <a:pt x="145544" y="24481"/>
                </a:lnTo>
                <a:lnTo>
                  <a:pt x="110695" y="3504"/>
                </a:lnTo>
                <a:lnTo>
                  <a:pt x="87623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5829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3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1" y="146826"/>
                </a:lnTo>
                <a:lnTo>
                  <a:pt x="165172" y="115318"/>
                </a:lnTo>
                <a:lnTo>
                  <a:pt x="170480" y="79639"/>
                </a:lnTo>
                <a:lnTo>
                  <a:pt x="168871" y="67663"/>
                </a:lnTo>
                <a:lnTo>
                  <a:pt x="145544" y="24481"/>
                </a:lnTo>
                <a:lnTo>
                  <a:pt x="110695" y="3504"/>
                </a:lnTo>
                <a:lnTo>
                  <a:pt x="87623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5824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4" h="170179">
                <a:moveTo>
                  <a:pt x="87622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8" y="167290"/>
                </a:lnTo>
                <a:lnTo>
                  <a:pt x="84535" y="169784"/>
                </a:lnTo>
                <a:lnTo>
                  <a:pt x="96257" y="168593"/>
                </a:lnTo>
                <a:lnTo>
                  <a:pt x="142442" y="146827"/>
                </a:lnTo>
                <a:lnTo>
                  <a:pt x="165172" y="115319"/>
                </a:lnTo>
                <a:lnTo>
                  <a:pt x="170480" y="79639"/>
                </a:lnTo>
                <a:lnTo>
                  <a:pt x="168871" y="67664"/>
                </a:lnTo>
                <a:lnTo>
                  <a:pt x="145545" y="24481"/>
                </a:lnTo>
                <a:lnTo>
                  <a:pt x="110694" y="3503"/>
                </a:lnTo>
                <a:lnTo>
                  <a:pt x="87622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47466" y="3338186"/>
            <a:ext cx="170815" cy="170180"/>
          </a:xfrm>
          <a:custGeom>
            <a:avLst/>
            <a:gdLst/>
            <a:ahLst/>
            <a:cxnLst/>
            <a:rect l="l" t="t" r="r" b="b"/>
            <a:pathLst>
              <a:path w="170815" h="170179">
                <a:moveTo>
                  <a:pt x="87622" y="0"/>
                </a:moveTo>
                <a:lnTo>
                  <a:pt x="40829" y="12952"/>
                </a:lnTo>
                <a:lnTo>
                  <a:pt x="12444" y="39337"/>
                </a:lnTo>
                <a:lnTo>
                  <a:pt x="0" y="83454"/>
                </a:lnTo>
                <a:lnTo>
                  <a:pt x="929" y="95238"/>
                </a:lnTo>
                <a:lnTo>
                  <a:pt x="21594" y="141287"/>
                </a:lnTo>
                <a:lnTo>
                  <a:pt x="61757" y="167290"/>
                </a:lnTo>
                <a:lnTo>
                  <a:pt x="84535" y="169784"/>
                </a:lnTo>
                <a:lnTo>
                  <a:pt x="96256" y="168593"/>
                </a:lnTo>
                <a:lnTo>
                  <a:pt x="142441" y="146826"/>
                </a:lnTo>
                <a:lnTo>
                  <a:pt x="165172" y="115318"/>
                </a:lnTo>
                <a:lnTo>
                  <a:pt x="170480" y="79639"/>
                </a:lnTo>
                <a:lnTo>
                  <a:pt x="168871" y="67663"/>
                </a:lnTo>
                <a:lnTo>
                  <a:pt x="145544" y="24481"/>
                </a:lnTo>
                <a:lnTo>
                  <a:pt x="110694" y="3504"/>
                </a:lnTo>
                <a:lnTo>
                  <a:pt x="87622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20320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1422" y="1957629"/>
            <a:ext cx="171767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n.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7100" y="26924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20042" y="2607870"/>
            <a:ext cx="164020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7100" y="33528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0042" y="3270810"/>
            <a:ext cx="5196205" cy="1145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ol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100" y="48133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20042" y="4733849"/>
            <a:ext cx="7701280" cy="1339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4799330">
              <a:lnSpc>
                <a:spcPct val="100000"/>
              </a:lnSpc>
              <a:spcBef>
                <a:spcPts val="1515"/>
              </a:spcBef>
              <a:tabLst>
                <a:tab pos="5706110" algn="l"/>
                <a:tab pos="6094730" algn="l"/>
                <a:tab pos="6788150" algn="l"/>
                <a:tab pos="7400290" algn="l"/>
              </a:tabLst>
            </a:pPr>
            <a:r>
              <a:rPr sz="2850" spc="-13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2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15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65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850" spc="12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9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-7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7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5122" y="2012319"/>
            <a:ext cx="73025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25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850" spc="6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2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7823" y="2357445"/>
            <a:ext cx="704215" cy="0"/>
          </a:xfrm>
          <a:custGeom>
            <a:avLst/>
            <a:gdLst/>
            <a:ahLst/>
            <a:cxnLst/>
            <a:rect l="l" t="t" r="r" b="b"/>
            <a:pathLst>
              <a:path w="704215">
                <a:moveTo>
                  <a:pt x="0" y="0"/>
                </a:moveTo>
                <a:lnTo>
                  <a:pt x="704032" y="0"/>
                </a:lnTo>
              </a:path>
            </a:pathLst>
          </a:custGeom>
          <a:ln w="8083">
            <a:solidFill>
              <a:srgbClr val="FFFB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60564" y="2755269"/>
            <a:ext cx="1618615" cy="1111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965" marR="5080" indent="-469900">
              <a:lnSpc>
                <a:spcPct val="165800"/>
              </a:lnSpc>
              <a:tabLst>
                <a:tab pos="705485" algn="l"/>
                <a:tab pos="1317625" algn="l"/>
              </a:tabLst>
            </a:pP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9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-7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7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850" spc="3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10" y="0"/>
                </a:lnTo>
                <a:lnTo>
                  <a:pt x="6252210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0082" y="1797610"/>
            <a:ext cx="6635750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Div</a:t>
            </a:r>
            <a:r>
              <a:rPr sz="2500" spc="114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d</a:t>
            </a:r>
            <a:r>
              <a:rPr sz="2500" spc="6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3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500" spc="16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367352" y="3342087"/>
            <a:ext cx="1441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80210" y="2983229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10" y="0"/>
                </a:lnTo>
                <a:lnTo>
                  <a:pt x="6252210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0210" y="2983229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6375" y="41266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375" y="41266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5174" y="40466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175" y="40466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9365" y="54182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365" y="54182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3785" y="60354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3785" y="60354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9185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9185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2165" y="39780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2165" y="39780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0765" y="32922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0765" y="32922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00775" y="42752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5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5"/>
                </a:lnTo>
                <a:lnTo>
                  <a:pt x="70099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775" y="42752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5365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5365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6574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6575" y="36694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9585" y="42066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9585" y="42066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80985" y="45838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0985" y="45838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4185" y="64126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4185" y="64126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3984" y="33608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8" y="47303"/>
                </a:lnTo>
                <a:lnTo>
                  <a:pt x="79273" y="35414"/>
                </a:lnTo>
                <a:lnTo>
                  <a:pt x="76425" y="23967"/>
                </a:lnTo>
                <a:lnTo>
                  <a:pt x="70101" y="13699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23985" y="33608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81184" y="46638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1185" y="46638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9175" y="45038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5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5"/>
                </a:lnTo>
                <a:lnTo>
                  <a:pt x="70099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9175" y="45038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43774" y="4355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43775" y="4355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49365" y="47324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5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5"/>
                </a:lnTo>
                <a:lnTo>
                  <a:pt x="70099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9365" y="47324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15174" y="45038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5175" y="45038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6585" y="53496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6585" y="53496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09185" y="56468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7"/>
                </a:lnTo>
                <a:lnTo>
                  <a:pt x="3458" y="56737"/>
                </a:lnTo>
                <a:lnTo>
                  <a:pt x="10535" y="67082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9185" y="56468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06365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6365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06565" y="63326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6565" y="63326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9165" y="61040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49165" y="61040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2185" y="61040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2185" y="61040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44174" y="3898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4175" y="3898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58374" y="34408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58375" y="34408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38185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8185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44174" y="32922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4175" y="32922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23984" y="5041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23985" y="5041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52585" y="6184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2585" y="61840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24185" y="473240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624185" y="473240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81184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1185" y="549821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35564" y="557822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35565" y="557822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971675" y="555021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05340" y="565075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905340" y="565075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5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3" y="55970"/>
                </a:lnTo>
                <a:lnTo>
                  <a:pt x="15947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1"/>
                </a:lnTo>
                <a:lnTo>
                  <a:pt x="59406" y="68918"/>
                </a:lnTo>
                <a:lnTo>
                  <a:pt x="68631" y="57702"/>
                </a:lnTo>
                <a:lnTo>
                  <a:pt x="73843" y="46023"/>
                </a:lnTo>
                <a:lnTo>
                  <a:pt x="75247" y="34432"/>
                </a:lnTo>
                <a:lnTo>
                  <a:pt x="73052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210140" y="549835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210140" y="549835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42522" y="427767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109550" y="420676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09550" y="420676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880950" y="458776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880950" y="458776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0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3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869884" y="4457465"/>
            <a:ext cx="360934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263389" y="2983229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367352" y="3353517"/>
            <a:ext cx="1441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540082" y="1797610"/>
            <a:ext cx="6139815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95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500" spc="114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6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B00"/>
                </a:solidFill>
                <a:latin typeface="Calibri"/>
                <a:cs typeface="Calibri"/>
              </a:rPr>
              <a:t>v</a:t>
            </a:r>
            <a:r>
              <a:rPr sz="2500" spc="6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10" y="0"/>
                </a:lnTo>
                <a:lnTo>
                  <a:pt x="6252210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0230" y="1649020"/>
            <a:ext cx="8277859" cy="995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220"/>
              </a:lnSpc>
            </a:pPr>
            <a:r>
              <a:rPr sz="2500" spc="20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500" spc="10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-20" dirty="0">
                <a:solidFill>
                  <a:srgbClr val="FFFB00"/>
                </a:solidFill>
                <a:latin typeface="Calibri"/>
                <a:cs typeface="Calibri"/>
              </a:rPr>
              <a:t>mbi</a:t>
            </a:r>
            <a:r>
              <a:rPr sz="2500" spc="2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6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7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25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16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2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971675" y="553878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869884" y="5320112"/>
            <a:ext cx="2203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942522" y="426624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5238905" y="4446034"/>
            <a:ext cx="2406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76712" y="4402699"/>
            <a:ext cx="167005" cy="115570"/>
          </a:xfrm>
          <a:custGeom>
            <a:avLst/>
            <a:gdLst/>
            <a:ahLst/>
            <a:cxnLst/>
            <a:rect l="l" t="t" r="r" b="b"/>
            <a:pathLst>
              <a:path w="167004" h="115570">
                <a:moveTo>
                  <a:pt x="166688" y="0"/>
                </a:moveTo>
                <a:lnTo>
                  <a:pt x="0" y="115340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343763" y="4345564"/>
            <a:ext cx="75210" cy="753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343763" y="43455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10795" y="10728"/>
                </a:moveTo>
                <a:lnTo>
                  <a:pt x="3523" y="20971"/>
                </a:lnTo>
                <a:lnTo>
                  <a:pt x="0" y="32601"/>
                </a:lnTo>
                <a:lnTo>
                  <a:pt x="224" y="44656"/>
                </a:lnTo>
                <a:lnTo>
                  <a:pt x="4196" y="56172"/>
                </a:lnTo>
                <a:lnTo>
                  <a:pt x="15753" y="66662"/>
                </a:lnTo>
                <a:lnTo>
                  <a:pt x="27412" y="72969"/>
                </a:lnTo>
                <a:lnTo>
                  <a:pt x="38781" y="75390"/>
                </a:lnTo>
                <a:lnTo>
                  <a:pt x="49467" y="74218"/>
                </a:lnTo>
                <a:lnTo>
                  <a:pt x="59077" y="69749"/>
                </a:lnTo>
                <a:lnTo>
                  <a:pt x="68360" y="58469"/>
                </a:lnTo>
                <a:lnTo>
                  <a:pt x="73667" y="46761"/>
                </a:lnTo>
                <a:lnTo>
                  <a:pt x="75210" y="35155"/>
                </a:lnTo>
                <a:lnTo>
                  <a:pt x="73200" y="24177"/>
                </a:lnTo>
                <a:lnTo>
                  <a:pt x="67849" y="14358"/>
                </a:lnTo>
                <a:lnTo>
                  <a:pt x="56905" y="5664"/>
                </a:lnTo>
                <a:lnTo>
                  <a:pt x="45270" y="930"/>
                </a:lnTo>
                <a:lnTo>
                  <a:pt x="33590" y="0"/>
                </a:lnTo>
                <a:lnTo>
                  <a:pt x="22514" y="2721"/>
                </a:lnTo>
                <a:lnTo>
                  <a:pt x="12690" y="894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115163" y="4499349"/>
            <a:ext cx="75210" cy="753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115163" y="44993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10795" y="10727"/>
                </a:moveTo>
                <a:lnTo>
                  <a:pt x="3523" y="20970"/>
                </a:lnTo>
                <a:lnTo>
                  <a:pt x="0" y="32601"/>
                </a:lnTo>
                <a:lnTo>
                  <a:pt x="224" y="44655"/>
                </a:lnTo>
                <a:lnTo>
                  <a:pt x="4196" y="56171"/>
                </a:lnTo>
                <a:lnTo>
                  <a:pt x="15753" y="66661"/>
                </a:lnTo>
                <a:lnTo>
                  <a:pt x="27412" y="72969"/>
                </a:lnTo>
                <a:lnTo>
                  <a:pt x="38780" y="75390"/>
                </a:lnTo>
                <a:lnTo>
                  <a:pt x="49466" y="74218"/>
                </a:lnTo>
                <a:lnTo>
                  <a:pt x="59077" y="69749"/>
                </a:lnTo>
                <a:lnTo>
                  <a:pt x="68359" y="58469"/>
                </a:lnTo>
                <a:lnTo>
                  <a:pt x="73666" y="46761"/>
                </a:lnTo>
                <a:lnTo>
                  <a:pt x="75209" y="35155"/>
                </a:lnTo>
                <a:lnTo>
                  <a:pt x="73200" y="24177"/>
                </a:lnTo>
                <a:lnTo>
                  <a:pt x="67850" y="14358"/>
                </a:lnTo>
                <a:lnTo>
                  <a:pt x="56905" y="5665"/>
                </a:lnTo>
                <a:lnTo>
                  <a:pt x="45270" y="930"/>
                </a:lnTo>
                <a:lnTo>
                  <a:pt x="33590" y="0"/>
                </a:lnTo>
                <a:lnTo>
                  <a:pt x="22514" y="2721"/>
                </a:lnTo>
                <a:lnTo>
                  <a:pt x="12690" y="893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3963080" y="4259662"/>
            <a:ext cx="1555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05" dirty="0">
                <a:solidFill>
                  <a:srgbClr val="FF2600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367352" y="3342087"/>
            <a:ext cx="1441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68929" y="47482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50" spc="2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5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5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1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2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50" spc="-6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2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4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2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63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15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-2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spc="17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659" y="759309"/>
            <a:ext cx="407924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0" spc="40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5000" spc="-5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28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45" dirty="0">
                <a:solidFill>
                  <a:srgbClr val="FFFFFF"/>
                </a:solidFill>
                <a:latin typeface="Calibri"/>
                <a:cs typeface="Calibri"/>
              </a:rPr>
              <a:t>e?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0042" y="3065070"/>
            <a:ext cx="6724015" cy="207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4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500" spc="-10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500" spc="-1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3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14" dirty="0">
                <a:solidFill>
                  <a:srgbClr val="FFFB00"/>
                </a:solidFill>
                <a:latin typeface="Calibri"/>
                <a:cs typeface="Calibri"/>
              </a:rPr>
              <a:t>≤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160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r>
              <a:rPr sz="2500" spc="185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500" spc="-10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35" dirty="0">
                <a:solidFill>
                  <a:srgbClr val="FFFB00"/>
                </a:solidFill>
                <a:latin typeface="Calibri"/>
                <a:cs typeface="Calibri"/>
              </a:rPr>
              <a:t>/</a:t>
            </a:r>
            <a:r>
              <a:rPr sz="2500" spc="120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r>
              <a:rPr sz="2500" spc="7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B00"/>
                </a:solidFill>
                <a:latin typeface="Calibri"/>
                <a:cs typeface="Calibri"/>
              </a:rPr>
              <a:t>+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???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e?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ct val="105000"/>
              </a:lnSpc>
              <a:spcBef>
                <a:spcPts val="2070"/>
              </a:spcBef>
            </a:pP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500" spc="3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12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e,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10" y="0"/>
                </a:lnTo>
                <a:lnTo>
                  <a:pt x="6252210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0230" y="1762050"/>
            <a:ext cx="791400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125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mb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14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176712" y="4402699"/>
            <a:ext cx="167005" cy="115570"/>
          </a:xfrm>
          <a:custGeom>
            <a:avLst/>
            <a:gdLst/>
            <a:ahLst/>
            <a:cxnLst/>
            <a:rect l="l" t="t" r="r" b="b"/>
            <a:pathLst>
              <a:path w="167004" h="115570">
                <a:moveTo>
                  <a:pt x="166688" y="0"/>
                </a:moveTo>
                <a:lnTo>
                  <a:pt x="0" y="115340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343763" y="4345564"/>
            <a:ext cx="75210" cy="753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343763" y="43455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10795" y="10728"/>
                </a:moveTo>
                <a:lnTo>
                  <a:pt x="3523" y="20971"/>
                </a:lnTo>
                <a:lnTo>
                  <a:pt x="0" y="32601"/>
                </a:lnTo>
                <a:lnTo>
                  <a:pt x="224" y="44656"/>
                </a:lnTo>
                <a:lnTo>
                  <a:pt x="4196" y="56172"/>
                </a:lnTo>
                <a:lnTo>
                  <a:pt x="15753" y="66662"/>
                </a:lnTo>
                <a:lnTo>
                  <a:pt x="27412" y="72969"/>
                </a:lnTo>
                <a:lnTo>
                  <a:pt x="38781" y="75390"/>
                </a:lnTo>
                <a:lnTo>
                  <a:pt x="49467" y="74218"/>
                </a:lnTo>
                <a:lnTo>
                  <a:pt x="59077" y="69749"/>
                </a:lnTo>
                <a:lnTo>
                  <a:pt x="68360" y="58469"/>
                </a:lnTo>
                <a:lnTo>
                  <a:pt x="73667" y="46761"/>
                </a:lnTo>
                <a:lnTo>
                  <a:pt x="75210" y="35155"/>
                </a:lnTo>
                <a:lnTo>
                  <a:pt x="73200" y="24177"/>
                </a:lnTo>
                <a:lnTo>
                  <a:pt x="67849" y="14358"/>
                </a:lnTo>
                <a:lnTo>
                  <a:pt x="56905" y="5664"/>
                </a:lnTo>
                <a:lnTo>
                  <a:pt x="45270" y="930"/>
                </a:lnTo>
                <a:lnTo>
                  <a:pt x="33590" y="0"/>
                </a:lnTo>
                <a:lnTo>
                  <a:pt x="22514" y="2721"/>
                </a:lnTo>
                <a:lnTo>
                  <a:pt x="12690" y="894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15163" y="4499349"/>
            <a:ext cx="75210" cy="753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15163" y="44993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10795" y="10727"/>
                </a:moveTo>
                <a:lnTo>
                  <a:pt x="3523" y="20970"/>
                </a:lnTo>
                <a:lnTo>
                  <a:pt x="0" y="32601"/>
                </a:lnTo>
                <a:lnTo>
                  <a:pt x="224" y="44655"/>
                </a:lnTo>
                <a:lnTo>
                  <a:pt x="4196" y="56171"/>
                </a:lnTo>
                <a:lnTo>
                  <a:pt x="15753" y="66661"/>
                </a:lnTo>
                <a:lnTo>
                  <a:pt x="27412" y="72969"/>
                </a:lnTo>
                <a:lnTo>
                  <a:pt x="38780" y="75390"/>
                </a:lnTo>
                <a:lnTo>
                  <a:pt x="49466" y="74218"/>
                </a:lnTo>
                <a:lnTo>
                  <a:pt x="59077" y="69749"/>
                </a:lnTo>
                <a:lnTo>
                  <a:pt x="68359" y="58469"/>
                </a:lnTo>
                <a:lnTo>
                  <a:pt x="73666" y="46761"/>
                </a:lnTo>
                <a:lnTo>
                  <a:pt x="75209" y="35155"/>
                </a:lnTo>
                <a:lnTo>
                  <a:pt x="73200" y="24177"/>
                </a:lnTo>
                <a:lnTo>
                  <a:pt x="67850" y="14358"/>
                </a:lnTo>
                <a:lnTo>
                  <a:pt x="56905" y="5665"/>
                </a:lnTo>
                <a:lnTo>
                  <a:pt x="45270" y="930"/>
                </a:lnTo>
                <a:lnTo>
                  <a:pt x="33590" y="0"/>
                </a:lnTo>
                <a:lnTo>
                  <a:pt x="22514" y="2721"/>
                </a:lnTo>
                <a:lnTo>
                  <a:pt x="12690" y="893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963080" y="3342087"/>
            <a:ext cx="548640" cy="1171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403860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105" dirty="0">
                <a:solidFill>
                  <a:srgbClr val="FF2600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468929" y="462129"/>
            <a:ext cx="620649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50" spc="2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5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5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1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2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50" spc="-6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2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4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2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63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15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-2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spc="17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10" y="0"/>
                </a:lnTo>
                <a:lnTo>
                  <a:pt x="6252210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8929" y="3148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71675" y="553878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42522" y="426624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34175" y="5029834"/>
            <a:ext cx="1897380" cy="377190"/>
          </a:xfrm>
          <a:custGeom>
            <a:avLst/>
            <a:gdLst/>
            <a:ahLst/>
            <a:cxnLst/>
            <a:rect l="l" t="t" r="r" b="b"/>
            <a:pathLst>
              <a:path w="1897379" h="377189">
                <a:moveTo>
                  <a:pt x="0" y="0"/>
                </a:moveTo>
                <a:lnTo>
                  <a:pt x="1897379" y="0"/>
                </a:lnTo>
                <a:lnTo>
                  <a:pt x="1897379" y="377189"/>
                </a:lnTo>
                <a:lnTo>
                  <a:pt x="0" y="377189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90219" y="1074590"/>
            <a:ext cx="8095615" cy="252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2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2500" spc="2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6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500" spc="-16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500" spc="-6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500">
              <a:latin typeface="Calibri"/>
              <a:cs typeface="Calibri"/>
            </a:endParaRPr>
          </a:p>
          <a:p>
            <a:pPr marL="12700" marR="280670">
              <a:lnSpc>
                <a:spcPct val="108000"/>
              </a:lnSpc>
              <a:spcBef>
                <a:spcPts val="1980"/>
              </a:spcBef>
            </a:pPr>
            <a:r>
              <a:rPr sz="2500" spc="48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7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7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500" spc="10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500" spc="14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114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500" spc="70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5" dirty="0">
                <a:solidFill>
                  <a:srgbClr val="FFFB00"/>
                </a:solidFill>
                <a:latin typeface="Calibri"/>
                <a:cs typeface="Calibri"/>
              </a:rPr>
              <a:t>&lt;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B00"/>
                </a:solidFill>
                <a:latin typeface="Symbol"/>
                <a:cs typeface="Symbol"/>
              </a:rPr>
              <a:t>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Calibri"/>
                <a:cs typeface="Calibri"/>
              </a:rPr>
              <a:t>pa</a:t>
            </a:r>
            <a:r>
              <a:rPr sz="25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900">
              <a:latin typeface="Times New Roman"/>
              <a:cs typeface="Times New Roman"/>
            </a:endParaRPr>
          </a:p>
          <a:p>
            <a:pPr marR="189230" algn="ctr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869884" y="4446034"/>
            <a:ext cx="655320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5450" algn="ctr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R="5080" algn="r">
              <a:lnSpc>
                <a:spcPts val="1935"/>
              </a:lnSpc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33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35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0590" y="2971800"/>
            <a:ext cx="3211830" cy="3577590"/>
          </a:xfrm>
          <a:custGeom>
            <a:avLst/>
            <a:gdLst/>
            <a:ahLst/>
            <a:cxnLst/>
            <a:rect l="l" t="t" r="r" b="b"/>
            <a:pathLst>
              <a:path w="3211829" h="3577590">
                <a:moveTo>
                  <a:pt x="0" y="3577589"/>
                </a:moveTo>
                <a:lnTo>
                  <a:pt x="3211830" y="3577589"/>
                </a:lnTo>
                <a:lnTo>
                  <a:pt x="3211830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2125980" cy="3577590"/>
          </a:xfrm>
          <a:custGeom>
            <a:avLst/>
            <a:gdLst/>
            <a:ahLst/>
            <a:cxnLst/>
            <a:rect l="l" t="t" r="r" b="b"/>
            <a:pathLst>
              <a:path w="2125979" h="3577590">
                <a:moveTo>
                  <a:pt x="0" y="3577589"/>
                </a:moveTo>
                <a:lnTo>
                  <a:pt x="2125979" y="3577589"/>
                </a:lnTo>
                <a:lnTo>
                  <a:pt x="2125979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6190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400" y="0"/>
                </a:lnTo>
                <a:lnTo>
                  <a:pt x="914400" y="3567112"/>
                </a:lnTo>
                <a:lnTo>
                  <a:pt x="0" y="3567112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6189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399" y="0"/>
                </a:lnTo>
                <a:lnTo>
                  <a:pt x="914399" y="3567113"/>
                </a:lnTo>
                <a:lnTo>
                  <a:pt x="0" y="3567113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971675" y="553878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942522" y="426624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299813" y="2811789"/>
            <a:ext cx="373380" cy="635"/>
          </a:xfrm>
          <a:custGeom>
            <a:avLst/>
            <a:gdLst/>
            <a:ahLst/>
            <a:cxnLst/>
            <a:rect l="l" t="t" r="r" b="b"/>
            <a:pathLst>
              <a:path w="373379" h="635">
                <a:moveTo>
                  <a:pt x="0" y="0"/>
                </a:moveTo>
                <a:lnTo>
                  <a:pt x="11429" y="3"/>
                </a:lnTo>
                <a:lnTo>
                  <a:pt x="361638" y="92"/>
                </a:lnTo>
                <a:lnTo>
                  <a:pt x="373068" y="96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263390" y="2787865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47859" y="0"/>
                </a:moveTo>
                <a:lnTo>
                  <a:pt x="0" y="23914"/>
                </a:lnTo>
                <a:lnTo>
                  <a:pt x="47847" y="47853"/>
                </a:lnTo>
                <a:lnTo>
                  <a:pt x="478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661447" y="278795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11" y="0"/>
                </a:moveTo>
                <a:lnTo>
                  <a:pt x="0" y="47853"/>
                </a:lnTo>
                <a:lnTo>
                  <a:pt x="47858" y="23939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540082" y="1557580"/>
            <a:ext cx="6172835" cy="203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000"/>
              </a:lnSpc>
              <a:tabLst>
                <a:tab pos="2073910" algn="l"/>
              </a:tabLst>
            </a:pPr>
            <a:r>
              <a:rPr sz="2500" spc="14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500" spc="140" dirty="0">
                <a:solidFill>
                  <a:srgbClr val="FFFB00"/>
                </a:solidFill>
                <a:latin typeface="Calibri"/>
                <a:cs typeface="Calibri"/>
              </a:rPr>
              <a:t>b</a:t>
            </a:r>
            <a:r>
              <a:rPr sz="2500" spc="105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500" spc="12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390" dirty="0">
                <a:solidFill>
                  <a:srgbClr val="FFFB00"/>
                </a:solidFill>
                <a:latin typeface="Calibri"/>
                <a:cs typeface="Calibri"/>
              </a:rPr>
              <a:t>r</a:t>
            </a:r>
            <a:r>
              <a:rPr sz="2500" spc="-110" dirty="0">
                <a:solidFill>
                  <a:srgbClr val="FFFB00"/>
                </a:solidFill>
                <a:latin typeface="Calibri"/>
                <a:cs typeface="Calibri"/>
              </a:rPr>
              <a:t>v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500" spc="315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B00"/>
                </a:solidFill>
                <a:latin typeface="Calibri"/>
                <a:cs typeface="Calibri"/>
              </a:rPr>
              <a:t>on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R="304165" algn="ctr">
              <a:lnSpc>
                <a:spcPct val="100000"/>
              </a:lnSpc>
              <a:spcBef>
                <a:spcPts val="1475"/>
              </a:spcBef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endParaRPr sz="180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R="365760" algn="ctr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734175" y="5029834"/>
            <a:ext cx="1897380" cy="377190"/>
          </a:xfrm>
          <a:custGeom>
            <a:avLst/>
            <a:gdLst/>
            <a:ahLst/>
            <a:cxnLst/>
            <a:rect l="l" t="t" r="r" b="b"/>
            <a:pathLst>
              <a:path w="1897379" h="377189">
                <a:moveTo>
                  <a:pt x="0" y="0"/>
                </a:moveTo>
                <a:lnTo>
                  <a:pt x="1897379" y="0"/>
                </a:lnTo>
                <a:lnTo>
                  <a:pt x="1897379" y="377189"/>
                </a:lnTo>
                <a:lnTo>
                  <a:pt x="0" y="377189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869884" y="4446034"/>
            <a:ext cx="655320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5450" algn="ctr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R="5080" algn="r">
              <a:lnSpc>
                <a:spcPts val="1935"/>
              </a:lnSpc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33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35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0590" y="2971800"/>
            <a:ext cx="3211830" cy="3577590"/>
          </a:xfrm>
          <a:custGeom>
            <a:avLst/>
            <a:gdLst/>
            <a:ahLst/>
            <a:cxnLst/>
            <a:rect l="l" t="t" r="r" b="b"/>
            <a:pathLst>
              <a:path w="3211829" h="3577590">
                <a:moveTo>
                  <a:pt x="0" y="3577589"/>
                </a:moveTo>
                <a:lnTo>
                  <a:pt x="3211830" y="3577589"/>
                </a:lnTo>
                <a:lnTo>
                  <a:pt x="3211830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2125980" cy="3577590"/>
          </a:xfrm>
          <a:custGeom>
            <a:avLst/>
            <a:gdLst/>
            <a:ahLst/>
            <a:cxnLst/>
            <a:rect l="l" t="t" r="r" b="b"/>
            <a:pathLst>
              <a:path w="2125979" h="3577590">
                <a:moveTo>
                  <a:pt x="0" y="3577589"/>
                </a:moveTo>
                <a:lnTo>
                  <a:pt x="2125979" y="3577589"/>
                </a:lnTo>
                <a:lnTo>
                  <a:pt x="2125979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6190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400" y="0"/>
                </a:lnTo>
                <a:lnTo>
                  <a:pt x="914400" y="3567112"/>
                </a:lnTo>
                <a:lnTo>
                  <a:pt x="0" y="3567112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6189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399" y="0"/>
                </a:lnTo>
                <a:lnTo>
                  <a:pt x="914399" y="3567113"/>
                </a:lnTo>
                <a:lnTo>
                  <a:pt x="0" y="3567113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71675" y="553878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869884" y="5320112"/>
            <a:ext cx="2203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942522" y="426624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238905" y="4446034"/>
            <a:ext cx="2406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807095" y="6243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8" y="42679"/>
                </a:lnTo>
                <a:lnTo>
                  <a:pt x="2913" y="84576"/>
                </a:lnTo>
                <a:lnTo>
                  <a:pt x="0" y="107615"/>
                </a:lnTo>
                <a:lnTo>
                  <a:pt x="439" y="119367"/>
                </a:lnTo>
                <a:lnTo>
                  <a:pt x="15145" y="165980"/>
                </a:lnTo>
                <a:lnTo>
                  <a:pt x="40139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7" y="223712"/>
                </a:lnTo>
                <a:lnTo>
                  <a:pt x="165702" y="211046"/>
                </a:lnTo>
                <a:lnTo>
                  <a:pt x="197298" y="188259"/>
                </a:lnTo>
                <a:lnTo>
                  <a:pt x="222474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3"/>
                </a:lnTo>
                <a:lnTo>
                  <a:pt x="178876" y="20047"/>
                </a:lnTo>
                <a:lnTo>
                  <a:pt x="133903" y="1696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07095" y="624303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5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2"/>
                </a:lnTo>
                <a:lnTo>
                  <a:pt x="51817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2" y="223"/>
                </a:lnTo>
                <a:lnTo>
                  <a:pt x="168295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344305" y="59458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8" y="42679"/>
                </a:lnTo>
                <a:lnTo>
                  <a:pt x="2913" y="84576"/>
                </a:lnTo>
                <a:lnTo>
                  <a:pt x="0" y="107615"/>
                </a:lnTo>
                <a:lnTo>
                  <a:pt x="439" y="119367"/>
                </a:lnTo>
                <a:lnTo>
                  <a:pt x="15145" y="165980"/>
                </a:lnTo>
                <a:lnTo>
                  <a:pt x="40139" y="198202"/>
                </a:lnTo>
                <a:lnTo>
                  <a:pt x="83047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4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3"/>
                </a:lnTo>
                <a:lnTo>
                  <a:pt x="178875" y="20047"/>
                </a:lnTo>
                <a:lnTo>
                  <a:pt x="133903" y="1696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344305" y="594585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2"/>
                </a:lnTo>
                <a:lnTo>
                  <a:pt x="51816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883583" y="5995909"/>
            <a:ext cx="62674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887105" y="52600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8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9" y="223754"/>
                </a:lnTo>
                <a:lnTo>
                  <a:pt x="118647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2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887105" y="52600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1"/>
                </a:lnTo>
                <a:lnTo>
                  <a:pt x="106648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20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6" y="17683"/>
                </a:lnTo>
                <a:lnTo>
                  <a:pt x="97768" y="1027"/>
                </a:lnTo>
                <a:lnTo>
                  <a:pt x="109830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0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3949256" y="5310109"/>
            <a:ext cx="10350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967115" y="44142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967115" y="44142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0" y="197132"/>
                </a:lnTo>
                <a:lnTo>
                  <a:pt x="142554" y="219891"/>
                </a:lnTo>
                <a:lnTo>
                  <a:pt x="106647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19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7" y="17683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5"/>
                </a:lnTo>
                <a:lnTo>
                  <a:pt x="188840" y="27744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4029266" y="4464289"/>
            <a:ext cx="10350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344305" y="42656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44305" y="42656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1"/>
                </a:lnTo>
                <a:lnTo>
                  <a:pt x="106648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20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6" y="17683"/>
                </a:lnTo>
                <a:lnTo>
                  <a:pt x="97768" y="1027"/>
                </a:lnTo>
                <a:lnTo>
                  <a:pt x="109830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0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967115" y="3957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967115" y="3957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0" y="197132"/>
                </a:lnTo>
                <a:lnTo>
                  <a:pt x="142554" y="219891"/>
                </a:lnTo>
                <a:lnTo>
                  <a:pt x="106647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19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7" y="17683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5"/>
                </a:lnTo>
                <a:lnTo>
                  <a:pt x="188840" y="27744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807095" y="35798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9" y="223754"/>
                </a:lnTo>
                <a:lnTo>
                  <a:pt x="118647" y="223712"/>
                </a:lnTo>
                <a:lnTo>
                  <a:pt x="165702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807095" y="357984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6"/>
                </a:lnTo>
                <a:lnTo>
                  <a:pt x="212491" y="168028"/>
                </a:lnTo>
                <a:lnTo>
                  <a:pt x="187311" y="197132"/>
                </a:lnTo>
                <a:lnTo>
                  <a:pt x="142555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4"/>
                </a:lnTo>
                <a:lnTo>
                  <a:pt x="829" y="95990"/>
                </a:lnTo>
                <a:lnTo>
                  <a:pt x="16565" y="52422"/>
                </a:lnTo>
                <a:lnTo>
                  <a:pt x="51816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2" y="223"/>
                </a:lnTo>
                <a:lnTo>
                  <a:pt x="168295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3869245" y="3629900"/>
            <a:ext cx="640715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45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6734175" y="5029834"/>
            <a:ext cx="1897380" cy="377190"/>
          </a:xfrm>
          <a:custGeom>
            <a:avLst/>
            <a:gdLst/>
            <a:ahLst/>
            <a:cxnLst/>
            <a:rect l="l" t="t" r="r" b="b"/>
            <a:pathLst>
              <a:path w="1897379" h="377189">
                <a:moveTo>
                  <a:pt x="0" y="0"/>
                </a:moveTo>
                <a:lnTo>
                  <a:pt x="1897379" y="0"/>
                </a:lnTo>
                <a:lnTo>
                  <a:pt x="1897379" y="377189"/>
                </a:lnTo>
                <a:lnTo>
                  <a:pt x="0" y="377189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6942930" y="5102624"/>
            <a:ext cx="14801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33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299813" y="2811789"/>
            <a:ext cx="373380" cy="635"/>
          </a:xfrm>
          <a:custGeom>
            <a:avLst/>
            <a:gdLst/>
            <a:ahLst/>
            <a:cxnLst/>
            <a:rect l="l" t="t" r="r" b="b"/>
            <a:pathLst>
              <a:path w="373379" h="635">
                <a:moveTo>
                  <a:pt x="0" y="0"/>
                </a:moveTo>
                <a:lnTo>
                  <a:pt x="11429" y="3"/>
                </a:lnTo>
                <a:lnTo>
                  <a:pt x="361638" y="92"/>
                </a:lnTo>
                <a:lnTo>
                  <a:pt x="373068" y="96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263390" y="2787865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47859" y="0"/>
                </a:moveTo>
                <a:lnTo>
                  <a:pt x="0" y="23914"/>
                </a:lnTo>
                <a:lnTo>
                  <a:pt x="47847" y="47853"/>
                </a:lnTo>
                <a:lnTo>
                  <a:pt x="478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661447" y="278795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11" y="0"/>
                </a:moveTo>
                <a:lnTo>
                  <a:pt x="0" y="47853"/>
                </a:lnTo>
                <a:lnTo>
                  <a:pt x="47858" y="23939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540082" y="1854760"/>
            <a:ext cx="6548120" cy="174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8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5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2500" spc="4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2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60" dirty="0">
                <a:solidFill>
                  <a:srgbClr val="FFFFFF"/>
                </a:solidFill>
                <a:latin typeface="Calibri"/>
                <a:cs typeface="Calibri"/>
              </a:rPr>
              <a:t>ei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6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50">
              <a:latin typeface="Times New Roman"/>
              <a:cs typeface="Times New Roman"/>
            </a:endParaRPr>
          </a:p>
          <a:p>
            <a:pPr marR="67945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endParaRPr sz="180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R="741680" algn="ctr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0590" y="2971800"/>
            <a:ext cx="3211830" cy="3577590"/>
          </a:xfrm>
          <a:custGeom>
            <a:avLst/>
            <a:gdLst/>
            <a:ahLst/>
            <a:cxnLst/>
            <a:rect l="l" t="t" r="r" b="b"/>
            <a:pathLst>
              <a:path w="3211829" h="3577590">
                <a:moveTo>
                  <a:pt x="0" y="3577589"/>
                </a:moveTo>
                <a:lnTo>
                  <a:pt x="3211830" y="3577589"/>
                </a:lnTo>
                <a:lnTo>
                  <a:pt x="3211830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0210" y="2971800"/>
            <a:ext cx="2125980" cy="3577590"/>
          </a:xfrm>
          <a:custGeom>
            <a:avLst/>
            <a:gdLst/>
            <a:ahLst/>
            <a:cxnLst/>
            <a:rect l="l" t="t" r="r" b="b"/>
            <a:pathLst>
              <a:path w="2125979" h="3577590">
                <a:moveTo>
                  <a:pt x="0" y="3577589"/>
                </a:moveTo>
                <a:lnTo>
                  <a:pt x="2125979" y="3577589"/>
                </a:lnTo>
                <a:lnTo>
                  <a:pt x="2125979" y="0"/>
                </a:lnTo>
                <a:lnTo>
                  <a:pt x="0" y="0"/>
                </a:lnTo>
                <a:lnTo>
                  <a:pt x="0" y="357758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0210" y="2971800"/>
            <a:ext cx="6252210" cy="3577590"/>
          </a:xfrm>
          <a:custGeom>
            <a:avLst/>
            <a:gdLst/>
            <a:ahLst/>
            <a:cxnLst/>
            <a:rect l="l" t="t" r="r" b="b"/>
            <a:pathLst>
              <a:path w="6252209" h="3577590">
                <a:moveTo>
                  <a:pt x="0" y="0"/>
                </a:moveTo>
                <a:lnTo>
                  <a:pt x="6252209" y="0"/>
                </a:lnTo>
                <a:lnTo>
                  <a:pt x="6252209" y="3577589"/>
                </a:lnTo>
                <a:lnTo>
                  <a:pt x="0" y="3577589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6190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400" y="0"/>
                </a:lnTo>
                <a:lnTo>
                  <a:pt x="914400" y="3567112"/>
                </a:lnTo>
                <a:lnTo>
                  <a:pt x="0" y="3567112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6189" y="2986087"/>
            <a:ext cx="914400" cy="3567429"/>
          </a:xfrm>
          <a:custGeom>
            <a:avLst/>
            <a:gdLst/>
            <a:ahLst/>
            <a:cxnLst/>
            <a:rect l="l" t="t" r="r" b="b"/>
            <a:pathLst>
              <a:path w="914400" h="3567429">
                <a:moveTo>
                  <a:pt x="0" y="0"/>
                </a:moveTo>
                <a:lnTo>
                  <a:pt x="914399" y="0"/>
                </a:lnTo>
                <a:lnTo>
                  <a:pt x="914399" y="3567113"/>
                </a:lnTo>
                <a:lnTo>
                  <a:pt x="0" y="3567113"/>
                </a:lnTo>
                <a:lnTo>
                  <a:pt x="0" y="0"/>
                </a:lnTo>
                <a:close/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6375" y="4115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5174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5175" y="4035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49365" y="5406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3785" y="602399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3785" y="60239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918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2165" y="39665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2076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00775" y="42637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3536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86574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86575" y="36579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09585" y="4195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80985" y="4572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7"/>
                </a:lnTo>
                <a:lnTo>
                  <a:pt x="59397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24185" y="64011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23984" y="334937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23985" y="3349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81184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1185" y="46523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9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43774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43775" y="4343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4936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15174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15175" y="4492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66585" y="53381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09185" y="56353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0636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06565" y="63211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7" y="47301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4916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5" y="0"/>
                </a:moveTo>
                <a:lnTo>
                  <a:pt x="3941" y="21522"/>
                </a:lnTo>
                <a:lnTo>
                  <a:pt x="0" y="45107"/>
                </a:lnTo>
                <a:lnTo>
                  <a:pt x="3458" y="56738"/>
                </a:lnTo>
                <a:lnTo>
                  <a:pt x="10536" y="67082"/>
                </a:lnTo>
                <a:lnTo>
                  <a:pt x="20920" y="74781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0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2" y="23965"/>
                </a:lnTo>
                <a:lnTo>
                  <a:pt x="70098" y="13697"/>
                </a:lnTo>
                <a:lnTo>
                  <a:pt x="59396" y="5457"/>
                </a:lnTo>
                <a:lnTo>
                  <a:pt x="47787" y="923"/>
                </a:lnTo>
                <a:lnTo>
                  <a:pt x="35955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52185" y="60925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544174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44175" y="3886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858374" y="3429381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2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1"/>
                </a:lnTo>
                <a:lnTo>
                  <a:pt x="66289" y="69452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2" y="35414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858375" y="34293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4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0"/>
                </a:lnTo>
                <a:lnTo>
                  <a:pt x="44448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1" y="58892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4"/>
                </a:lnTo>
                <a:lnTo>
                  <a:pt x="70099" y="13696"/>
                </a:lnTo>
                <a:lnTo>
                  <a:pt x="59396" y="5457"/>
                </a:lnTo>
                <a:lnTo>
                  <a:pt x="47787" y="922"/>
                </a:lnTo>
                <a:lnTo>
                  <a:pt x="35954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338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44174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544175" y="3280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023984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8" y="47302"/>
                </a:lnTo>
                <a:lnTo>
                  <a:pt x="79273" y="35413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023985" y="5029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7" y="0"/>
                </a:moveTo>
                <a:lnTo>
                  <a:pt x="3941" y="21521"/>
                </a:lnTo>
                <a:lnTo>
                  <a:pt x="0" y="45106"/>
                </a:lnTo>
                <a:lnTo>
                  <a:pt x="3458" y="56737"/>
                </a:lnTo>
                <a:lnTo>
                  <a:pt x="10536" y="67081"/>
                </a:lnTo>
                <a:lnTo>
                  <a:pt x="20920" y="74780"/>
                </a:lnTo>
                <a:lnTo>
                  <a:pt x="32493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4"/>
                </a:lnTo>
                <a:lnTo>
                  <a:pt x="78577" y="47302"/>
                </a:lnTo>
                <a:lnTo>
                  <a:pt x="79273" y="35414"/>
                </a:lnTo>
                <a:lnTo>
                  <a:pt x="76425" y="23966"/>
                </a:lnTo>
                <a:lnTo>
                  <a:pt x="70101" y="13698"/>
                </a:lnTo>
                <a:lnTo>
                  <a:pt x="59398" y="5458"/>
                </a:lnTo>
                <a:lnTo>
                  <a:pt x="47789" y="923"/>
                </a:lnTo>
                <a:lnTo>
                  <a:pt x="35957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52585" y="61725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24185" y="472097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2"/>
                </a:lnTo>
                <a:lnTo>
                  <a:pt x="79271" y="35413"/>
                </a:lnTo>
                <a:lnTo>
                  <a:pt x="76423" y="23966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481184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1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8" y="79268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81185" y="548678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235564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5956" y="0"/>
                </a:moveTo>
                <a:lnTo>
                  <a:pt x="3941" y="21520"/>
                </a:lnTo>
                <a:lnTo>
                  <a:pt x="0" y="45105"/>
                </a:lnTo>
                <a:lnTo>
                  <a:pt x="3458" y="56736"/>
                </a:lnTo>
                <a:lnTo>
                  <a:pt x="10536" y="67080"/>
                </a:lnTo>
                <a:lnTo>
                  <a:pt x="20920" y="74779"/>
                </a:lnTo>
                <a:lnTo>
                  <a:pt x="32493" y="78830"/>
                </a:lnTo>
                <a:lnTo>
                  <a:pt x="44449" y="79268"/>
                </a:lnTo>
                <a:lnTo>
                  <a:pt x="55982" y="76129"/>
                </a:lnTo>
                <a:lnTo>
                  <a:pt x="66289" y="69450"/>
                </a:lnTo>
                <a:lnTo>
                  <a:pt x="74272" y="58893"/>
                </a:lnTo>
                <a:lnTo>
                  <a:pt x="78577" y="47301"/>
                </a:lnTo>
                <a:lnTo>
                  <a:pt x="79272" y="35413"/>
                </a:lnTo>
                <a:lnTo>
                  <a:pt x="76424" y="23966"/>
                </a:lnTo>
                <a:lnTo>
                  <a:pt x="70100" y="13698"/>
                </a:lnTo>
                <a:lnTo>
                  <a:pt x="59397" y="5458"/>
                </a:lnTo>
                <a:lnTo>
                  <a:pt x="47788" y="923"/>
                </a:lnTo>
                <a:lnTo>
                  <a:pt x="35956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35565" y="5566792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11341" y="11334"/>
                </a:moveTo>
                <a:lnTo>
                  <a:pt x="3941" y="21521"/>
                </a:lnTo>
                <a:lnTo>
                  <a:pt x="161" y="33073"/>
                </a:lnTo>
                <a:lnTo>
                  <a:pt x="0" y="45106"/>
                </a:lnTo>
                <a:lnTo>
                  <a:pt x="3458" y="56737"/>
                </a:lnTo>
                <a:lnTo>
                  <a:pt x="10535" y="67081"/>
                </a:lnTo>
                <a:lnTo>
                  <a:pt x="20920" y="74780"/>
                </a:lnTo>
                <a:lnTo>
                  <a:pt x="32492" y="78831"/>
                </a:lnTo>
                <a:lnTo>
                  <a:pt x="44448" y="79269"/>
                </a:lnTo>
                <a:lnTo>
                  <a:pt x="55982" y="76130"/>
                </a:lnTo>
                <a:lnTo>
                  <a:pt x="66289" y="69451"/>
                </a:lnTo>
                <a:lnTo>
                  <a:pt x="74271" y="58893"/>
                </a:lnTo>
                <a:lnTo>
                  <a:pt x="78576" y="47301"/>
                </a:lnTo>
                <a:lnTo>
                  <a:pt x="79271" y="35412"/>
                </a:lnTo>
                <a:lnTo>
                  <a:pt x="76423" y="23965"/>
                </a:lnTo>
                <a:lnTo>
                  <a:pt x="70100" y="13697"/>
                </a:lnTo>
                <a:lnTo>
                  <a:pt x="59397" y="5457"/>
                </a:lnTo>
                <a:lnTo>
                  <a:pt x="47788" y="923"/>
                </a:lnTo>
                <a:lnTo>
                  <a:pt x="35955" y="0"/>
                </a:lnTo>
                <a:lnTo>
                  <a:pt x="24582" y="2594"/>
                </a:lnTo>
                <a:lnTo>
                  <a:pt x="14351" y="8612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63389" y="2971800"/>
            <a:ext cx="1905" cy="3577590"/>
          </a:xfrm>
          <a:custGeom>
            <a:avLst/>
            <a:gdLst/>
            <a:ahLst/>
            <a:cxnLst/>
            <a:rect l="l" t="t" r="r" b="b"/>
            <a:pathLst>
              <a:path w="1904" h="3577590">
                <a:moveTo>
                  <a:pt x="0" y="0"/>
                </a:moveTo>
                <a:lnTo>
                  <a:pt x="1586" y="357758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71675" y="5538787"/>
            <a:ext cx="247650" cy="119380"/>
          </a:xfrm>
          <a:custGeom>
            <a:avLst/>
            <a:gdLst/>
            <a:ahLst/>
            <a:cxnLst/>
            <a:rect l="l" t="t" r="r" b="b"/>
            <a:pathLst>
              <a:path w="247650" h="119379">
                <a:moveTo>
                  <a:pt x="247650" y="0"/>
                </a:moveTo>
                <a:lnTo>
                  <a:pt x="0" y="119062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905340" y="56393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05340" y="563932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9" y="10634"/>
                </a:moveTo>
                <a:lnTo>
                  <a:pt x="3509" y="20862"/>
                </a:lnTo>
                <a:lnTo>
                  <a:pt x="0" y="32477"/>
                </a:lnTo>
                <a:lnTo>
                  <a:pt x="291" y="44504"/>
                </a:lnTo>
                <a:lnTo>
                  <a:pt x="4382" y="55969"/>
                </a:lnTo>
                <a:lnTo>
                  <a:pt x="15946" y="66288"/>
                </a:lnTo>
                <a:lnTo>
                  <a:pt x="27637" y="72454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2"/>
                </a:lnTo>
                <a:lnTo>
                  <a:pt x="73842" y="46024"/>
                </a:lnTo>
                <a:lnTo>
                  <a:pt x="75247" y="34433"/>
                </a:lnTo>
                <a:lnTo>
                  <a:pt x="73052" y="23479"/>
                </a:lnTo>
                <a:lnTo>
                  <a:pt x="67464" y="13714"/>
                </a:lnTo>
                <a:lnTo>
                  <a:pt x="56581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8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10140" y="5486924"/>
            <a:ext cx="75247" cy="74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10140" y="548692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5"/>
                </a:lnTo>
                <a:lnTo>
                  <a:pt x="39048" y="74757"/>
                </a:lnTo>
                <a:lnTo>
                  <a:pt x="49773" y="73482"/>
                </a:lnTo>
                <a:lnTo>
                  <a:pt x="59405" y="68919"/>
                </a:lnTo>
                <a:lnTo>
                  <a:pt x="68631" y="57703"/>
                </a:lnTo>
                <a:lnTo>
                  <a:pt x="73842" y="46024"/>
                </a:lnTo>
                <a:lnTo>
                  <a:pt x="75247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3" y="742"/>
                </a:lnTo>
                <a:lnTo>
                  <a:pt x="33180" y="0"/>
                </a:lnTo>
                <a:lnTo>
                  <a:pt x="22039" y="2907"/>
                </a:lnTo>
                <a:lnTo>
                  <a:pt x="12190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869884" y="5320112"/>
            <a:ext cx="2203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5" dirty="0">
                <a:solidFill>
                  <a:srgbClr val="FF2600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942522" y="4266247"/>
            <a:ext cx="180975" cy="314325"/>
          </a:xfrm>
          <a:custGeom>
            <a:avLst/>
            <a:gdLst/>
            <a:ahLst/>
            <a:cxnLst/>
            <a:rect l="l" t="t" r="r" b="b"/>
            <a:pathLst>
              <a:path w="180975" h="314325">
                <a:moveTo>
                  <a:pt x="180974" y="0"/>
                </a:moveTo>
                <a:lnTo>
                  <a:pt x="0" y="314324"/>
                </a:lnTo>
              </a:path>
            </a:pathLst>
          </a:custGeom>
          <a:ln w="22859">
            <a:solidFill>
              <a:srgbClr val="D81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09550" y="4195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109550" y="419533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5"/>
                </a:moveTo>
                <a:lnTo>
                  <a:pt x="3508" y="20863"/>
                </a:lnTo>
                <a:lnTo>
                  <a:pt x="0" y="32478"/>
                </a:lnTo>
                <a:lnTo>
                  <a:pt x="291" y="44505"/>
                </a:lnTo>
                <a:lnTo>
                  <a:pt x="4383" y="55971"/>
                </a:lnTo>
                <a:lnTo>
                  <a:pt x="15947" y="66289"/>
                </a:lnTo>
                <a:lnTo>
                  <a:pt x="27637" y="72456"/>
                </a:lnTo>
                <a:lnTo>
                  <a:pt x="39048" y="74757"/>
                </a:lnTo>
                <a:lnTo>
                  <a:pt x="49772" y="73482"/>
                </a:lnTo>
                <a:lnTo>
                  <a:pt x="59405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2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9" y="0"/>
                </a:lnTo>
                <a:lnTo>
                  <a:pt x="22038" y="2907"/>
                </a:lnTo>
                <a:lnTo>
                  <a:pt x="12189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80950" y="4576334"/>
            <a:ext cx="75247" cy="747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880950" y="4576334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4" h="74929">
                <a:moveTo>
                  <a:pt x="10818" y="10634"/>
                </a:moveTo>
                <a:lnTo>
                  <a:pt x="3508" y="20862"/>
                </a:lnTo>
                <a:lnTo>
                  <a:pt x="0" y="32477"/>
                </a:lnTo>
                <a:lnTo>
                  <a:pt x="291" y="44505"/>
                </a:lnTo>
                <a:lnTo>
                  <a:pt x="4382" y="55971"/>
                </a:lnTo>
                <a:lnTo>
                  <a:pt x="15946" y="66289"/>
                </a:lnTo>
                <a:lnTo>
                  <a:pt x="27637" y="72455"/>
                </a:lnTo>
                <a:lnTo>
                  <a:pt x="39048" y="74756"/>
                </a:lnTo>
                <a:lnTo>
                  <a:pt x="49773" y="73482"/>
                </a:lnTo>
                <a:lnTo>
                  <a:pt x="59406" y="68918"/>
                </a:lnTo>
                <a:lnTo>
                  <a:pt x="68630" y="57702"/>
                </a:lnTo>
                <a:lnTo>
                  <a:pt x="73842" y="46024"/>
                </a:lnTo>
                <a:lnTo>
                  <a:pt x="75246" y="34432"/>
                </a:lnTo>
                <a:lnTo>
                  <a:pt x="73051" y="23479"/>
                </a:lnTo>
                <a:lnTo>
                  <a:pt x="67463" y="13714"/>
                </a:lnTo>
                <a:lnTo>
                  <a:pt x="56580" y="5268"/>
                </a:lnTo>
                <a:lnTo>
                  <a:pt x="44922" y="742"/>
                </a:lnTo>
                <a:lnTo>
                  <a:pt x="33178" y="0"/>
                </a:lnTo>
                <a:lnTo>
                  <a:pt x="22038" y="2907"/>
                </a:lnTo>
                <a:lnTo>
                  <a:pt x="12188" y="932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238905" y="4446034"/>
            <a:ext cx="2406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FF2600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807095" y="6243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8" y="42679"/>
                </a:lnTo>
                <a:lnTo>
                  <a:pt x="2913" y="84576"/>
                </a:lnTo>
                <a:lnTo>
                  <a:pt x="0" y="107615"/>
                </a:lnTo>
                <a:lnTo>
                  <a:pt x="439" y="119367"/>
                </a:lnTo>
                <a:lnTo>
                  <a:pt x="15145" y="165980"/>
                </a:lnTo>
                <a:lnTo>
                  <a:pt x="40139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7" y="223712"/>
                </a:lnTo>
                <a:lnTo>
                  <a:pt x="165702" y="211046"/>
                </a:lnTo>
                <a:lnTo>
                  <a:pt x="197298" y="188259"/>
                </a:lnTo>
                <a:lnTo>
                  <a:pt x="222474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3"/>
                </a:lnTo>
                <a:lnTo>
                  <a:pt x="178876" y="20047"/>
                </a:lnTo>
                <a:lnTo>
                  <a:pt x="133903" y="1696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07095" y="624303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5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2"/>
                </a:lnTo>
                <a:lnTo>
                  <a:pt x="51817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2" y="223"/>
                </a:lnTo>
                <a:lnTo>
                  <a:pt x="168295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344305" y="59458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8" y="42679"/>
                </a:lnTo>
                <a:lnTo>
                  <a:pt x="2913" y="84576"/>
                </a:lnTo>
                <a:lnTo>
                  <a:pt x="0" y="107615"/>
                </a:lnTo>
                <a:lnTo>
                  <a:pt x="439" y="119367"/>
                </a:lnTo>
                <a:lnTo>
                  <a:pt x="15145" y="165980"/>
                </a:lnTo>
                <a:lnTo>
                  <a:pt x="40139" y="198202"/>
                </a:lnTo>
                <a:lnTo>
                  <a:pt x="83047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4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3"/>
                </a:lnTo>
                <a:lnTo>
                  <a:pt x="178875" y="20047"/>
                </a:lnTo>
                <a:lnTo>
                  <a:pt x="133903" y="1696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344305" y="594585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2"/>
                </a:lnTo>
                <a:lnTo>
                  <a:pt x="51816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883583" y="5995909"/>
            <a:ext cx="62674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50" spc="-13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887105" y="52600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8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9" y="223754"/>
                </a:lnTo>
                <a:lnTo>
                  <a:pt x="118647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2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887105" y="526004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1"/>
                </a:lnTo>
                <a:lnTo>
                  <a:pt x="106648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20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6" y="17683"/>
                </a:lnTo>
                <a:lnTo>
                  <a:pt x="97768" y="1027"/>
                </a:lnTo>
                <a:lnTo>
                  <a:pt x="109830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0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3949256" y="5310109"/>
            <a:ext cx="10350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967115" y="44142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967115" y="44142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0" y="197132"/>
                </a:lnTo>
                <a:lnTo>
                  <a:pt x="142554" y="219891"/>
                </a:lnTo>
                <a:lnTo>
                  <a:pt x="106647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19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7" y="17683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5"/>
                </a:lnTo>
                <a:lnTo>
                  <a:pt x="188840" y="27744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4029266" y="4464289"/>
            <a:ext cx="10350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344305" y="42656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44305" y="42656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1" y="197132"/>
                </a:lnTo>
                <a:lnTo>
                  <a:pt x="142554" y="219891"/>
                </a:lnTo>
                <a:lnTo>
                  <a:pt x="106648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20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6" y="17683"/>
                </a:lnTo>
                <a:lnTo>
                  <a:pt x="97768" y="1027"/>
                </a:lnTo>
                <a:lnTo>
                  <a:pt x="109830" y="0"/>
                </a:lnTo>
                <a:lnTo>
                  <a:pt x="121911" y="223"/>
                </a:lnTo>
                <a:lnTo>
                  <a:pt x="168294" y="13594"/>
                </a:lnTo>
                <a:lnTo>
                  <a:pt x="188840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967115" y="3957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29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8" y="223754"/>
                </a:lnTo>
                <a:lnTo>
                  <a:pt x="118646" y="223712"/>
                </a:lnTo>
                <a:lnTo>
                  <a:pt x="165701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29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967115" y="395702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7"/>
                </a:moveTo>
                <a:lnTo>
                  <a:pt x="221152" y="74552"/>
                </a:lnTo>
                <a:lnTo>
                  <a:pt x="227675" y="110019"/>
                </a:lnTo>
                <a:lnTo>
                  <a:pt x="227244" y="122027"/>
                </a:lnTo>
                <a:lnTo>
                  <a:pt x="212491" y="168029"/>
                </a:lnTo>
                <a:lnTo>
                  <a:pt x="187310" y="197132"/>
                </a:lnTo>
                <a:lnTo>
                  <a:pt x="142554" y="219891"/>
                </a:lnTo>
                <a:lnTo>
                  <a:pt x="106647" y="223754"/>
                </a:lnTo>
                <a:lnTo>
                  <a:pt x="94749" y="222557"/>
                </a:lnTo>
                <a:lnTo>
                  <a:pt x="50087" y="205503"/>
                </a:lnTo>
                <a:lnTo>
                  <a:pt x="22124" y="177119"/>
                </a:lnTo>
                <a:lnTo>
                  <a:pt x="5176" y="142918"/>
                </a:lnTo>
                <a:lnTo>
                  <a:pt x="0" y="107615"/>
                </a:lnTo>
                <a:lnTo>
                  <a:pt x="829" y="95990"/>
                </a:lnTo>
                <a:lnTo>
                  <a:pt x="16565" y="52423"/>
                </a:lnTo>
                <a:lnTo>
                  <a:pt x="51817" y="17683"/>
                </a:lnTo>
                <a:lnTo>
                  <a:pt x="97769" y="1027"/>
                </a:lnTo>
                <a:lnTo>
                  <a:pt x="109831" y="0"/>
                </a:lnTo>
                <a:lnTo>
                  <a:pt x="121911" y="223"/>
                </a:lnTo>
                <a:lnTo>
                  <a:pt x="168294" y="13595"/>
                </a:lnTo>
                <a:lnTo>
                  <a:pt x="188840" y="27744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807095" y="3579839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09830" y="0"/>
                </a:moveTo>
                <a:lnTo>
                  <a:pt x="62747" y="11634"/>
                </a:lnTo>
                <a:lnTo>
                  <a:pt x="23537" y="42680"/>
                </a:lnTo>
                <a:lnTo>
                  <a:pt x="2912" y="84577"/>
                </a:lnTo>
                <a:lnTo>
                  <a:pt x="0" y="107616"/>
                </a:lnTo>
                <a:lnTo>
                  <a:pt x="439" y="119367"/>
                </a:lnTo>
                <a:lnTo>
                  <a:pt x="15145" y="165981"/>
                </a:lnTo>
                <a:lnTo>
                  <a:pt x="40140" y="198202"/>
                </a:lnTo>
                <a:lnTo>
                  <a:pt x="83048" y="220128"/>
                </a:lnTo>
                <a:lnTo>
                  <a:pt x="106649" y="223754"/>
                </a:lnTo>
                <a:lnTo>
                  <a:pt x="118647" y="223712"/>
                </a:lnTo>
                <a:lnTo>
                  <a:pt x="165702" y="211046"/>
                </a:lnTo>
                <a:lnTo>
                  <a:pt x="197298" y="188259"/>
                </a:lnTo>
                <a:lnTo>
                  <a:pt x="222473" y="145655"/>
                </a:lnTo>
                <a:lnTo>
                  <a:pt x="227676" y="110019"/>
                </a:lnTo>
                <a:lnTo>
                  <a:pt x="226804" y="98030"/>
                </a:lnTo>
                <a:lnTo>
                  <a:pt x="210251" y="52424"/>
                </a:lnTo>
                <a:lnTo>
                  <a:pt x="178875" y="20047"/>
                </a:lnTo>
                <a:lnTo>
                  <a:pt x="133902" y="1695"/>
                </a:lnTo>
                <a:lnTo>
                  <a:pt x="10983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807095" y="3579840"/>
            <a:ext cx="227965" cy="224154"/>
          </a:xfrm>
          <a:custGeom>
            <a:avLst/>
            <a:gdLst/>
            <a:ahLst/>
            <a:cxnLst/>
            <a:rect l="l" t="t" r="r" b="b"/>
            <a:pathLst>
              <a:path w="227964" h="224154">
                <a:moveTo>
                  <a:pt x="194216" y="32696"/>
                </a:moveTo>
                <a:lnTo>
                  <a:pt x="221152" y="74551"/>
                </a:lnTo>
                <a:lnTo>
                  <a:pt x="227675" y="110019"/>
                </a:lnTo>
                <a:lnTo>
                  <a:pt x="227244" y="122026"/>
                </a:lnTo>
                <a:lnTo>
                  <a:pt x="212491" y="168028"/>
                </a:lnTo>
                <a:lnTo>
                  <a:pt x="187311" y="197132"/>
                </a:lnTo>
                <a:lnTo>
                  <a:pt x="142555" y="219890"/>
                </a:lnTo>
                <a:lnTo>
                  <a:pt x="106648" y="223753"/>
                </a:lnTo>
                <a:lnTo>
                  <a:pt x="94749" y="222556"/>
                </a:lnTo>
                <a:lnTo>
                  <a:pt x="50087" y="205502"/>
                </a:lnTo>
                <a:lnTo>
                  <a:pt x="22124" y="177119"/>
                </a:lnTo>
                <a:lnTo>
                  <a:pt x="5176" y="142917"/>
                </a:lnTo>
                <a:lnTo>
                  <a:pt x="0" y="107614"/>
                </a:lnTo>
                <a:lnTo>
                  <a:pt x="829" y="95990"/>
                </a:lnTo>
                <a:lnTo>
                  <a:pt x="16565" y="52422"/>
                </a:lnTo>
                <a:lnTo>
                  <a:pt x="51816" y="17682"/>
                </a:lnTo>
                <a:lnTo>
                  <a:pt x="97769" y="1027"/>
                </a:lnTo>
                <a:lnTo>
                  <a:pt x="109831" y="0"/>
                </a:lnTo>
                <a:lnTo>
                  <a:pt x="121912" y="223"/>
                </a:lnTo>
                <a:lnTo>
                  <a:pt x="168295" y="13594"/>
                </a:lnTo>
                <a:lnTo>
                  <a:pt x="188841" y="27743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3869245" y="3629900"/>
            <a:ext cx="640715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45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50" spc="7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468929" y="772009"/>
            <a:ext cx="6206490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6734175" y="5029834"/>
            <a:ext cx="1897380" cy="377190"/>
          </a:xfrm>
          <a:custGeom>
            <a:avLst/>
            <a:gdLst/>
            <a:ahLst/>
            <a:cxnLst/>
            <a:rect l="l" t="t" r="r" b="b"/>
            <a:pathLst>
              <a:path w="1897379" h="377189">
                <a:moveTo>
                  <a:pt x="0" y="0"/>
                </a:moveTo>
                <a:lnTo>
                  <a:pt x="1897379" y="0"/>
                </a:lnTo>
                <a:lnTo>
                  <a:pt x="1897379" y="377189"/>
                </a:lnTo>
                <a:lnTo>
                  <a:pt x="0" y="377189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6942930" y="5102624"/>
            <a:ext cx="14801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33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299813" y="2811789"/>
            <a:ext cx="373380" cy="635"/>
          </a:xfrm>
          <a:custGeom>
            <a:avLst/>
            <a:gdLst/>
            <a:ahLst/>
            <a:cxnLst/>
            <a:rect l="l" t="t" r="r" b="b"/>
            <a:pathLst>
              <a:path w="373379" h="635">
                <a:moveTo>
                  <a:pt x="0" y="0"/>
                </a:moveTo>
                <a:lnTo>
                  <a:pt x="11429" y="3"/>
                </a:lnTo>
                <a:lnTo>
                  <a:pt x="361638" y="92"/>
                </a:lnTo>
                <a:lnTo>
                  <a:pt x="373068" y="96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263390" y="2787865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47859" y="0"/>
                </a:moveTo>
                <a:lnTo>
                  <a:pt x="0" y="23914"/>
                </a:lnTo>
                <a:lnTo>
                  <a:pt x="47847" y="47853"/>
                </a:lnTo>
                <a:lnTo>
                  <a:pt x="478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661447" y="278795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11" y="0"/>
                </a:moveTo>
                <a:lnTo>
                  <a:pt x="0" y="47853"/>
                </a:lnTo>
                <a:lnTo>
                  <a:pt x="47858" y="23939"/>
                </a:lnTo>
                <a:lnTo>
                  <a:pt x="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233169" y="1591869"/>
            <a:ext cx="6798945" cy="2004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000"/>
              </a:lnSpc>
            </a:pPr>
            <a:r>
              <a:rPr sz="2500" spc="45" dirty="0">
                <a:solidFill>
                  <a:srgbClr val="FFFB00"/>
                </a:solidFill>
                <a:latin typeface="Calibri"/>
                <a:cs typeface="Calibri"/>
              </a:rPr>
              <a:t>U</a:t>
            </a:r>
            <a:r>
              <a:rPr sz="250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500" spc="90" dirty="0">
                <a:solidFill>
                  <a:srgbClr val="FFFB00"/>
                </a:solidFill>
                <a:latin typeface="Calibri"/>
                <a:cs typeface="Calibri"/>
              </a:rPr>
              <a:t>b</a:t>
            </a:r>
            <a:r>
              <a:rPr sz="2500" spc="70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65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500" spc="50" dirty="0">
                <a:solidFill>
                  <a:srgbClr val="FFFB00"/>
                </a:solidFill>
                <a:latin typeface="Calibri"/>
                <a:cs typeface="Calibri"/>
              </a:rPr>
              <a:t>i</a:t>
            </a:r>
            <a:r>
              <a:rPr sz="2500" spc="5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-110" dirty="0">
                <a:solidFill>
                  <a:srgbClr val="FFFB00"/>
                </a:solidFill>
                <a:latin typeface="Calibri"/>
                <a:cs typeface="Calibri"/>
              </a:rPr>
              <a:t>v</a:t>
            </a:r>
            <a:r>
              <a:rPr sz="2500" spc="140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500" spc="90" dirty="0">
                <a:solidFill>
                  <a:srgbClr val="FFFB00"/>
                </a:solidFill>
                <a:latin typeface="Calibri"/>
                <a:cs typeface="Calibri"/>
              </a:rPr>
              <a:t>b</a:t>
            </a:r>
            <a:r>
              <a:rPr sz="2500" spc="4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500" spc="70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500" spc="-25" dirty="0">
                <a:solidFill>
                  <a:srgbClr val="FFFB00"/>
                </a:solidFill>
                <a:latin typeface="Calibri"/>
                <a:cs typeface="Calibri"/>
              </a:rPr>
              <a:t>e</a:t>
            </a:r>
            <a:r>
              <a:rPr sz="2500" spc="35" dirty="0">
                <a:solidFill>
                  <a:srgbClr val="FFFB00"/>
                </a:solidFill>
                <a:latin typeface="Calibri"/>
                <a:cs typeface="Calibri"/>
              </a:rPr>
              <a:t>m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m</a:t>
            </a:r>
            <a:r>
              <a:rPr sz="2500" spc="-5" dirty="0">
                <a:solidFill>
                  <a:srgbClr val="FFFB00"/>
                </a:solidFill>
                <a:latin typeface="Calibri"/>
                <a:cs typeface="Calibri"/>
              </a:rPr>
              <a:t>a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8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500" spc="21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9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5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1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11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spc="1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2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500" spc="-1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9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500" spc="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90" dirty="0">
                <a:solidFill>
                  <a:srgbClr val="FFFB00"/>
                </a:solidFill>
                <a:latin typeface="Calibri"/>
                <a:cs typeface="Calibri"/>
              </a:rPr>
              <a:t>15</a:t>
            </a:r>
            <a:r>
              <a:rPr sz="250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500" spc="-7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10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-1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3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500" spc="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500" spc="2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500" spc="17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500" spc="1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2500">
              <a:latin typeface="Calibri"/>
              <a:cs typeface="Calibri"/>
            </a:endParaRPr>
          </a:p>
          <a:p>
            <a:pPr marR="316865" algn="ctr">
              <a:lnSpc>
                <a:spcPct val="100000"/>
              </a:lnSpc>
              <a:spcBef>
                <a:spcPts val="1295"/>
              </a:spcBef>
            </a:pP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endParaRPr sz="180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R="378460" algn="ctr">
              <a:lnSpc>
                <a:spcPct val="100000"/>
              </a:lnSpc>
            </a:pPr>
            <a:r>
              <a:rPr sz="1800" spc="170" dirty="0">
                <a:solidFill>
                  <a:srgbClr val="FF26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4469" y="2722273"/>
            <a:ext cx="0" cy="581025"/>
          </a:xfrm>
          <a:custGeom>
            <a:avLst/>
            <a:gdLst/>
            <a:ahLst/>
            <a:cxnLst/>
            <a:rect l="l" t="t" r="r" b="b"/>
            <a:pathLst>
              <a:path h="581025">
                <a:moveTo>
                  <a:pt x="0" y="580996"/>
                </a:moveTo>
                <a:lnTo>
                  <a:pt x="0" y="0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4469" y="3629272"/>
            <a:ext cx="0" cy="60325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603090"/>
                </a:moveTo>
                <a:lnTo>
                  <a:pt x="0" y="0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70597" y="2685850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3929" y="0"/>
                </a:moveTo>
                <a:lnTo>
                  <a:pt x="0" y="47852"/>
                </a:lnTo>
                <a:lnTo>
                  <a:pt x="47852" y="47856"/>
                </a:lnTo>
                <a:lnTo>
                  <a:pt x="239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70488" y="4220932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0" y="0"/>
                </a:moveTo>
                <a:lnTo>
                  <a:pt x="23924" y="47854"/>
                </a:lnTo>
                <a:lnTo>
                  <a:pt x="47853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10325" y="1451610"/>
            <a:ext cx="2137410" cy="5029200"/>
          </a:xfrm>
          <a:custGeom>
            <a:avLst/>
            <a:gdLst/>
            <a:ahLst/>
            <a:cxnLst/>
            <a:rect l="l" t="t" r="r" b="b"/>
            <a:pathLst>
              <a:path w="2137409" h="5029200">
                <a:moveTo>
                  <a:pt x="0" y="0"/>
                </a:moveTo>
                <a:lnTo>
                  <a:pt x="2137409" y="0"/>
                </a:lnTo>
                <a:lnTo>
                  <a:pt x="2137409" y="5029199"/>
                </a:lnTo>
                <a:lnTo>
                  <a:pt x="0" y="5029199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8929" y="302109"/>
            <a:ext cx="620649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00" spc="2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25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2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-18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6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00" spc="18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00" spc="2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7000" y="2006600"/>
            <a:ext cx="1651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942" y="1934690"/>
            <a:ext cx="4839335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100"/>
              </a:lnSpc>
            </a:pPr>
            <a:r>
              <a:rPr sz="2150" spc="1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50" spc="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100" spc="-172" baseline="-7936" dirty="0">
                <a:solidFill>
                  <a:srgbClr val="FFFB00"/>
                </a:solidFill>
                <a:latin typeface="Calibri"/>
                <a:cs typeface="Calibri"/>
              </a:rPr>
              <a:t>1</a:t>
            </a:r>
            <a:r>
              <a:rPr sz="2100" spc="-82" baseline="-7936" dirty="0">
                <a:solidFill>
                  <a:srgbClr val="FFFB00"/>
                </a:solidFill>
                <a:latin typeface="Calibri"/>
                <a:cs typeface="Calibri"/>
              </a:rPr>
              <a:t>,</a:t>
            </a:r>
            <a:r>
              <a:rPr sz="2100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00" spc="-127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100" spc="89" baseline="-7936" dirty="0">
                <a:solidFill>
                  <a:srgbClr val="FFFB00"/>
                </a:solidFill>
                <a:latin typeface="Calibri"/>
                <a:cs typeface="Calibri"/>
              </a:rPr>
              <a:t>2,</a:t>
            </a:r>
            <a:r>
              <a:rPr sz="2100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00" spc="-127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B00"/>
                </a:solidFill>
                <a:latin typeface="Calibri"/>
                <a:cs typeface="Calibri"/>
              </a:rPr>
              <a:t>…</a:t>
            </a:r>
            <a:r>
              <a:rPr sz="2100" spc="22" baseline="-7936" dirty="0">
                <a:solidFill>
                  <a:srgbClr val="FFFB00"/>
                </a:solidFill>
                <a:latin typeface="Calibri"/>
                <a:cs typeface="Calibri"/>
              </a:rPr>
              <a:t>,</a:t>
            </a:r>
            <a:r>
              <a:rPr sz="2100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00" spc="-127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100" spc="179" baseline="-7936" dirty="0">
                <a:solidFill>
                  <a:srgbClr val="FFFB00"/>
                </a:solidFill>
                <a:latin typeface="Calibri"/>
                <a:cs typeface="Calibri"/>
              </a:rPr>
              <a:t>k</a:t>
            </a:r>
            <a:r>
              <a:rPr sz="2100" baseline="-7936" dirty="0">
                <a:solidFill>
                  <a:srgbClr val="FFFB00"/>
                </a:solidFill>
                <a:latin typeface="Calibri"/>
                <a:cs typeface="Calibri"/>
              </a:rPr>
              <a:t>  </a:t>
            </a:r>
            <a:r>
              <a:rPr sz="2100" spc="-187" baseline="-7936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6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15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1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2150" spc="320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1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2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5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-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1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1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150" spc="17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50" spc="36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15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-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19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5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000" y="2984500"/>
            <a:ext cx="1651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9942" y="2906240"/>
            <a:ext cx="4814570" cy="71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1600"/>
              </a:lnSpc>
            </a:pPr>
            <a:r>
              <a:rPr sz="2150" spc="110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150" spc="5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ai</a:t>
            </a:r>
            <a:r>
              <a:rPr sz="2150" spc="-20" dirty="0">
                <a:solidFill>
                  <a:srgbClr val="FFFB00"/>
                </a:solidFill>
                <a:latin typeface="Calibri"/>
                <a:cs typeface="Calibri"/>
              </a:rPr>
              <a:t>m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15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9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27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445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2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2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150" spc="-445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</a:t>
            </a:r>
            <a:r>
              <a:rPr sz="2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29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150" spc="2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45" dirty="0">
                <a:solidFill>
                  <a:srgbClr val="FFFFFF"/>
                </a:solidFill>
                <a:latin typeface="Calibri"/>
                <a:cs typeface="Calibri"/>
              </a:rPr>
              <a:t> b</a:t>
            </a:r>
            <a:r>
              <a:rPr sz="215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150" spc="30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75" spc="37" baseline="-19157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75" baseline="-19157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175" spc="-240" baseline="-191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1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7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75" spc="315" baseline="-19157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175" baseline="-19157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175" spc="-240" baseline="-191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1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7000" y="4000500"/>
            <a:ext cx="1651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9942" y="3923510"/>
            <a:ext cx="77089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95" dirty="0">
                <a:solidFill>
                  <a:srgbClr val="FFFB00"/>
                </a:solidFill>
                <a:latin typeface="Calibri"/>
                <a:cs typeface="Calibri"/>
              </a:rPr>
              <a:t>P</a:t>
            </a:r>
            <a:r>
              <a:rPr sz="2150" spc="150" dirty="0">
                <a:solidFill>
                  <a:srgbClr val="FFFB00"/>
                </a:solidFill>
                <a:latin typeface="Calibri"/>
                <a:cs typeface="Calibri"/>
              </a:rPr>
              <a:t>r</a:t>
            </a:r>
            <a:r>
              <a:rPr sz="2150" spc="-1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-9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150" dirty="0">
                <a:solidFill>
                  <a:srgbClr val="FFFB00"/>
                </a:solidFill>
                <a:latin typeface="Calibri"/>
                <a:cs typeface="Calibri"/>
              </a:rPr>
              <a:t>f: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1800" y="4356100"/>
            <a:ext cx="1651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1800" y="5054600"/>
            <a:ext cx="1651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28552" y="4277840"/>
            <a:ext cx="4494530" cy="136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15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15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1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</a:t>
            </a:r>
            <a:r>
              <a:rPr sz="2150" spc="-5" dirty="0">
                <a:solidFill>
                  <a:srgbClr val="FFFFFF"/>
                </a:solidFill>
                <a:latin typeface="Symbol"/>
                <a:cs typeface="Symbol"/>
              </a:rPr>
              <a:t></a:t>
            </a:r>
            <a:r>
              <a:rPr sz="2150" spc="5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150" spc="21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50" spc="36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</a:t>
            </a:r>
            <a:endParaRPr sz="21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150" spc="-1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150" spc="-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175" dirty="0">
                <a:solidFill>
                  <a:srgbClr val="FFFFFF"/>
                </a:solidFill>
                <a:latin typeface="Calibri"/>
                <a:cs typeface="Calibri"/>
              </a:rPr>
              <a:t>x.</a:t>
            </a:r>
            <a:endParaRPr sz="2150">
              <a:latin typeface="Calibri"/>
              <a:cs typeface="Calibri"/>
            </a:endParaRPr>
          </a:p>
          <a:p>
            <a:pPr marL="12700" marR="152400">
              <a:lnSpc>
                <a:spcPct val="108100"/>
              </a:lnSpc>
              <a:tabLst>
                <a:tab pos="2802890" algn="l"/>
              </a:tabLst>
            </a:pP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150" spc="-9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15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1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150" spc="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5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1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1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150" spc="17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3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spc="11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2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50" spc="-4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50" spc="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150" spc="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150" spc="1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50" spc="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15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50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5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5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150" spc="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</a:t>
            </a:r>
            <a:r>
              <a:rPr sz="215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150" spc="13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5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r>
              <a:rPr sz="2150" spc="-11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150" spc="31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150" spc="9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77125" y="1451609"/>
            <a:ext cx="1905" cy="5029200"/>
          </a:xfrm>
          <a:custGeom>
            <a:avLst/>
            <a:gdLst/>
            <a:ahLst/>
            <a:cxnLst/>
            <a:rect l="l" t="t" r="r" b="b"/>
            <a:pathLst>
              <a:path w="1904" h="5029200">
                <a:moveTo>
                  <a:pt x="0" y="0"/>
                </a:moveTo>
                <a:lnTo>
                  <a:pt x="1587" y="5029199"/>
                </a:lnTo>
              </a:path>
            </a:pathLst>
          </a:custGeom>
          <a:ln w="22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16445" y="6536859"/>
            <a:ext cx="11620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87530" y="44935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7" y="12522"/>
                </a:lnTo>
                <a:lnTo>
                  <a:pt x="29967" y="35236"/>
                </a:lnTo>
                <a:lnTo>
                  <a:pt x="5628" y="75329"/>
                </a:lnTo>
                <a:lnTo>
                  <a:pt x="0" y="109504"/>
                </a:lnTo>
                <a:lnTo>
                  <a:pt x="605" y="121255"/>
                </a:lnTo>
                <a:lnTo>
                  <a:pt x="15825" y="167944"/>
                </a:lnTo>
                <a:lnTo>
                  <a:pt x="41078" y="200412"/>
                </a:lnTo>
                <a:lnTo>
                  <a:pt x="83865" y="221873"/>
                </a:lnTo>
                <a:lnTo>
                  <a:pt x="107362" y="225277"/>
                </a:lnTo>
                <a:lnTo>
                  <a:pt x="119309" y="225122"/>
                </a:lnTo>
                <a:lnTo>
                  <a:pt x="166258" y="211952"/>
                </a:lnTo>
                <a:lnTo>
                  <a:pt x="197977" y="188696"/>
                </a:lnTo>
                <a:lnTo>
                  <a:pt x="222603" y="145843"/>
                </a:lnTo>
                <a:lnTo>
                  <a:pt x="227564" y="110112"/>
                </a:lnTo>
                <a:lnTo>
                  <a:pt x="226645" y="98102"/>
                </a:lnTo>
                <a:lnTo>
                  <a:pt x="210105" y="52491"/>
                </a:lnTo>
                <a:lnTo>
                  <a:pt x="176910" y="18663"/>
                </a:lnTo>
                <a:lnTo>
                  <a:pt x="132219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87529" y="44935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7" y="32677"/>
                </a:moveTo>
                <a:lnTo>
                  <a:pt x="220949" y="74590"/>
                </a:lnTo>
                <a:lnTo>
                  <a:pt x="227565" y="110110"/>
                </a:lnTo>
                <a:lnTo>
                  <a:pt x="227198" y="122143"/>
                </a:lnTo>
                <a:lnTo>
                  <a:pt x="212864" y="168318"/>
                </a:lnTo>
                <a:lnTo>
                  <a:pt x="187924" y="197735"/>
                </a:lnTo>
                <a:lnTo>
                  <a:pt x="154834" y="217140"/>
                </a:lnTo>
                <a:lnTo>
                  <a:pt x="107363" y="225276"/>
                </a:lnTo>
                <a:lnTo>
                  <a:pt x="95517" y="224190"/>
                </a:lnTo>
                <a:lnTo>
                  <a:pt x="51018" y="207590"/>
                </a:lnTo>
                <a:lnTo>
                  <a:pt x="22901" y="179141"/>
                </a:lnTo>
                <a:lnTo>
                  <a:pt x="5628" y="144821"/>
                </a:lnTo>
                <a:lnTo>
                  <a:pt x="0" y="109504"/>
                </a:lnTo>
                <a:lnTo>
                  <a:pt x="644" y="97880"/>
                </a:lnTo>
                <a:lnTo>
                  <a:pt x="15440" y="54237"/>
                </a:lnTo>
                <a:lnTo>
                  <a:pt x="50365" y="18817"/>
                </a:lnTo>
                <a:lnTo>
                  <a:pt x="96329" y="1241"/>
                </a:lnTo>
                <a:lnTo>
                  <a:pt x="108321" y="0"/>
                </a:lnTo>
                <a:lnTo>
                  <a:pt x="120318" y="9"/>
                </a:lnTo>
                <a:lnTo>
                  <a:pt x="166372" y="12467"/>
                </a:lnTo>
                <a:lnTo>
                  <a:pt x="186861" y="26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20344" y="454173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39929" y="396781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8" y="12522"/>
                </a:lnTo>
                <a:lnTo>
                  <a:pt x="29967" y="35237"/>
                </a:lnTo>
                <a:lnTo>
                  <a:pt x="5628" y="75330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4"/>
                </a:lnTo>
                <a:lnTo>
                  <a:pt x="41079" y="200412"/>
                </a:lnTo>
                <a:lnTo>
                  <a:pt x="83866" y="221873"/>
                </a:lnTo>
                <a:lnTo>
                  <a:pt x="107362" y="225277"/>
                </a:lnTo>
                <a:lnTo>
                  <a:pt x="119310" y="225121"/>
                </a:lnTo>
                <a:lnTo>
                  <a:pt x="166258" y="211952"/>
                </a:lnTo>
                <a:lnTo>
                  <a:pt x="197978" y="188696"/>
                </a:lnTo>
                <a:lnTo>
                  <a:pt x="222604" y="145843"/>
                </a:lnTo>
                <a:lnTo>
                  <a:pt x="227565" y="110111"/>
                </a:lnTo>
                <a:lnTo>
                  <a:pt x="226646" y="98101"/>
                </a:lnTo>
                <a:lnTo>
                  <a:pt x="210106" y="52490"/>
                </a:lnTo>
                <a:lnTo>
                  <a:pt x="176910" y="18662"/>
                </a:lnTo>
                <a:lnTo>
                  <a:pt x="132219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39931" y="396781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6" y="32678"/>
                </a:moveTo>
                <a:lnTo>
                  <a:pt x="220948" y="74590"/>
                </a:lnTo>
                <a:lnTo>
                  <a:pt x="227564" y="110110"/>
                </a:lnTo>
                <a:lnTo>
                  <a:pt x="227197" y="122144"/>
                </a:lnTo>
                <a:lnTo>
                  <a:pt x="212863" y="168319"/>
                </a:lnTo>
                <a:lnTo>
                  <a:pt x="187923" y="197736"/>
                </a:lnTo>
                <a:lnTo>
                  <a:pt x="154833" y="217141"/>
                </a:lnTo>
                <a:lnTo>
                  <a:pt x="107361" y="225277"/>
                </a:lnTo>
                <a:lnTo>
                  <a:pt x="95516" y="224191"/>
                </a:lnTo>
                <a:lnTo>
                  <a:pt x="51017" y="207591"/>
                </a:lnTo>
                <a:lnTo>
                  <a:pt x="22901" y="179142"/>
                </a:lnTo>
                <a:lnTo>
                  <a:pt x="5627" y="144822"/>
                </a:lnTo>
                <a:lnTo>
                  <a:pt x="0" y="109505"/>
                </a:lnTo>
                <a:lnTo>
                  <a:pt x="644" y="97881"/>
                </a:lnTo>
                <a:lnTo>
                  <a:pt x="15440" y="54238"/>
                </a:lnTo>
                <a:lnTo>
                  <a:pt x="50364" y="18817"/>
                </a:lnTo>
                <a:lnTo>
                  <a:pt x="96327" y="1241"/>
                </a:lnTo>
                <a:lnTo>
                  <a:pt x="108320" y="0"/>
                </a:lnTo>
                <a:lnTo>
                  <a:pt x="120317" y="9"/>
                </a:lnTo>
                <a:lnTo>
                  <a:pt x="166371" y="12467"/>
                </a:lnTo>
                <a:lnTo>
                  <a:pt x="186860" y="26081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72744" y="401595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75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45312" y="2045959"/>
            <a:ext cx="635" cy="2754630"/>
          </a:xfrm>
          <a:custGeom>
            <a:avLst/>
            <a:gdLst/>
            <a:ahLst/>
            <a:cxnLst/>
            <a:rect l="l" t="t" r="r" b="b"/>
            <a:pathLst>
              <a:path w="634" h="2754629">
                <a:moveTo>
                  <a:pt x="114" y="0"/>
                </a:moveTo>
                <a:lnTo>
                  <a:pt x="0" y="2754639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12111" y="2033697"/>
            <a:ext cx="635" cy="2767330"/>
          </a:xfrm>
          <a:custGeom>
            <a:avLst/>
            <a:gdLst/>
            <a:ahLst/>
            <a:cxnLst/>
            <a:rect l="l" t="t" r="r" b="b"/>
            <a:pathLst>
              <a:path w="634" h="2767329">
                <a:moveTo>
                  <a:pt x="114" y="0"/>
                </a:moveTo>
                <a:lnTo>
                  <a:pt x="0" y="2766901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11118" y="4266406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4">
                <a:moveTo>
                  <a:pt x="2137409" y="0"/>
                </a:moveTo>
                <a:lnTo>
                  <a:pt x="0" y="1589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11118" y="4799805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4">
                <a:moveTo>
                  <a:pt x="2137409" y="0"/>
                </a:moveTo>
                <a:lnTo>
                  <a:pt x="0" y="1591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11118" y="3733005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4">
                <a:moveTo>
                  <a:pt x="2137409" y="0"/>
                </a:moveTo>
                <a:lnTo>
                  <a:pt x="0" y="1589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11118" y="3199605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5">
                <a:moveTo>
                  <a:pt x="2137409" y="0"/>
                </a:moveTo>
                <a:lnTo>
                  <a:pt x="0" y="1591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06731" y="38077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7" y="12522"/>
                </a:lnTo>
                <a:lnTo>
                  <a:pt x="29967" y="35236"/>
                </a:lnTo>
                <a:lnTo>
                  <a:pt x="5628" y="75329"/>
                </a:lnTo>
                <a:lnTo>
                  <a:pt x="0" y="109504"/>
                </a:lnTo>
                <a:lnTo>
                  <a:pt x="605" y="121255"/>
                </a:lnTo>
                <a:lnTo>
                  <a:pt x="15825" y="167944"/>
                </a:lnTo>
                <a:lnTo>
                  <a:pt x="41078" y="200412"/>
                </a:lnTo>
                <a:lnTo>
                  <a:pt x="83865" y="221873"/>
                </a:lnTo>
                <a:lnTo>
                  <a:pt x="107362" y="225277"/>
                </a:lnTo>
                <a:lnTo>
                  <a:pt x="119309" y="225122"/>
                </a:lnTo>
                <a:lnTo>
                  <a:pt x="166258" y="211952"/>
                </a:lnTo>
                <a:lnTo>
                  <a:pt x="197977" y="188696"/>
                </a:lnTo>
                <a:lnTo>
                  <a:pt x="222603" y="145843"/>
                </a:lnTo>
                <a:lnTo>
                  <a:pt x="227564" y="110112"/>
                </a:lnTo>
                <a:lnTo>
                  <a:pt x="226645" y="98102"/>
                </a:lnTo>
                <a:lnTo>
                  <a:pt x="210105" y="52491"/>
                </a:lnTo>
                <a:lnTo>
                  <a:pt x="176910" y="18663"/>
                </a:lnTo>
                <a:lnTo>
                  <a:pt x="132219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06731" y="380779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7" y="32678"/>
                </a:moveTo>
                <a:lnTo>
                  <a:pt x="220949" y="74591"/>
                </a:lnTo>
                <a:lnTo>
                  <a:pt x="227565" y="110111"/>
                </a:lnTo>
                <a:lnTo>
                  <a:pt x="227197" y="122145"/>
                </a:lnTo>
                <a:lnTo>
                  <a:pt x="212863" y="168320"/>
                </a:lnTo>
                <a:lnTo>
                  <a:pt x="187923" y="197737"/>
                </a:lnTo>
                <a:lnTo>
                  <a:pt x="154834" y="217141"/>
                </a:lnTo>
                <a:lnTo>
                  <a:pt x="107362" y="225277"/>
                </a:lnTo>
                <a:lnTo>
                  <a:pt x="95516" y="224191"/>
                </a:lnTo>
                <a:lnTo>
                  <a:pt x="51017" y="207591"/>
                </a:lnTo>
                <a:lnTo>
                  <a:pt x="22901" y="179142"/>
                </a:lnTo>
                <a:lnTo>
                  <a:pt x="5627" y="144822"/>
                </a:lnTo>
                <a:lnTo>
                  <a:pt x="0" y="109504"/>
                </a:lnTo>
                <a:lnTo>
                  <a:pt x="644" y="97880"/>
                </a:lnTo>
                <a:lnTo>
                  <a:pt x="15440" y="54237"/>
                </a:lnTo>
                <a:lnTo>
                  <a:pt x="50364" y="18817"/>
                </a:lnTo>
                <a:lnTo>
                  <a:pt x="96327" y="1241"/>
                </a:lnTo>
                <a:lnTo>
                  <a:pt x="108320" y="0"/>
                </a:lnTo>
                <a:lnTo>
                  <a:pt x="120317" y="9"/>
                </a:lnTo>
                <a:lnTo>
                  <a:pt x="166371" y="12467"/>
                </a:lnTo>
                <a:lnTo>
                  <a:pt x="186861" y="26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39544" y="385593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70459" y="27790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0" y="0"/>
                </a:moveTo>
                <a:lnTo>
                  <a:pt x="61357" y="12522"/>
                </a:lnTo>
                <a:lnTo>
                  <a:pt x="29967" y="35237"/>
                </a:lnTo>
                <a:lnTo>
                  <a:pt x="5628" y="75330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4"/>
                </a:lnTo>
                <a:lnTo>
                  <a:pt x="41079" y="200412"/>
                </a:lnTo>
                <a:lnTo>
                  <a:pt x="83866" y="221873"/>
                </a:lnTo>
                <a:lnTo>
                  <a:pt x="107362" y="225277"/>
                </a:lnTo>
                <a:lnTo>
                  <a:pt x="119309" y="225121"/>
                </a:lnTo>
                <a:lnTo>
                  <a:pt x="166258" y="211951"/>
                </a:lnTo>
                <a:lnTo>
                  <a:pt x="197978" y="188695"/>
                </a:lnTo>
                <a:lnTo>
                  <a:pt x="222603" y="145842"/>
                </a:lnTo>
                <a:lnTo>
                  <a:pt x="227565" y="110110"/>
                </a:lnTo>
                <a:lnTo>
                  <a:pt x="226646" y="98101"/>
                </a:lnTo>
                <a:lnTo>
                  <a:pt x="210105" y="52490"/>
                </a:lnTo>
                <a:lnTo>
                  <a:pt x="176910" y="18663"/>
                </a:lnTo>
                <a:lnTo>
                  <a:pt x="132219" y="1266"/>
                </a:lnTo>
                <a:lnTo>
                  <a:pt x="10832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70459" y="277909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6" y="32678"/>
                </a:moveTo>
                <a:lnTo>
                  <a:pt x="220948" y="74590"/>
                </a:lnTo>
                <a:lnTo>
                  <a:pt x="227564" y="110110"/>
                </a:lnTo>
                <a:lnTo>
                  <a:pt x="227197" y="122144"/>
                </a:lnTo>
                <a:lnTo>
                  <a:pt x="212863" y="168319"/>
                </a:lnTo>
                <a:lnTo>
                  <a:pt x="187923" y="197736"/>
                </a:lnTo>
                <a:lnTo>
                  <a:pt x="154833" y="217141"/>
                </a:lnTo>
                <a:lnTo>
                  <a:pt x="107362" y="225277"/>
                </a:lnTo>
                <a:lnTo>
                  <a:pt x="95516" y="224191"/>
                </a:lnTo>
                <a:lnTo>
                  <a:pt x="51017" y="207591"/>
                </a:lnTo>
                <a:lnTo>
                  <a:pt x="22901" y="179142"/>
                </a:lnTo>
                <a:lnTo>
                  <a:pt x="5627" y="144822"/>
                </a:lnTo>
                <a:lnTo>
                  <a:pt x="0" y="109505"/>
                </a:lnTo>
                <a:lnTo>
                  <a:pt x="644" y="97881"/>
                </a:lnTo>
                <a:lnTo>
                  <a:pt x="15440" y="54238"/>
                </a:lnTo>
                <a:lnTo>
                  <a:pt x="50365" y="18817"/>
                </a:lnTo>
                <a:lnTo>
                  <a:pt x="96328" y="1241"/>
                </a:lnTo>
                <a:lnTo>
                  <a:pt x="108321" y="0"/>
                </a:lnTo>
                <a:lnTo>
                  <a:pt x="120317" y="9"/>
                </a:lnTo>
                <a:lnTo>
                  <a:pt x="166371" y="12467"/>
                </a:lnTo>
                <a:lnTo>
                  <a:pt x="186860" y="26081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114447" y="2827240"/>
            <a:ext cx="144145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087729" y="442501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8" y="12522"/>
                </a:lnTo>
                <a:lnTo>
                  <a:pt x="29967" y="35237"/>
                </a:lnTo>
                <a:lnTo>
                  <a:pt x="5628" y="75330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4"/>
                </a:lnTo>
                <a:lnTo>
                  <a:pt x="41079" y="200412"/>
                </a:lnTo>
                <a:lnTo>
                  <a:pt x="83866" y="221873"/>
                </a:lnTo>
                <a:lnTo>
                  <a:pt x="107362" y="225277"/>
                </a:lnTo>
                <a:lnTo>
                  <a:pt x="119310" y="225121"/>
                </a:lnTo>
                <a:lnTo>
                  <a:pt x="166259" y="211952"/>
                </a:lnTo>
                <a:lnTo>
                  <a:pt x="197978" y="188696"/>
                </a:lnTo>
                <a:lnTo>
                  <a:pt x="222604" y="145843"/>
                </a:lnTo>
                <a:lnTo>
                  <a:pt x="227565" y="110111"/>
                </a:lnTo>
                <a:lnTo>
                  <a:pt x="226646" y="98101"/>
                </a:lnTo>
                <a:lnTo>
                  <a:pt x="210106" y="52490"/>
                </a:lnTo>
                <a:lnTo>
                  <a:pt x="176910" y="18662"/>
                </a:lnTo>
                <a:lnTo>
                  <a:pt x="132220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087730" y="442501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7" y="32678"/>
                </a:moveTo>
                <a:lnTo>
                  <a:pt x="220949" y="74590"/>
                </a:lnTo>
                <a:lnTo>
                  <a:pt x="227565" y="110110"/>
                </a:lnTo>
                <a:lnTo>
                  <a:pt x="227198" y="122144"/>
                </a:lnTo>
                <a:lnTo>
                  <a:pt x="212864" y="168318"/>
                </a:lnTo>
                <a:lnTo>
                  <a:pt x="187925" y="197736"/>
                </a:lnTo>
                <a:lnTo>
                  <a:pt x="154835" y="217141"/>
                </a:lnTo>
                <a:lnTo>
                  <a:pt x="107363" y="225277"/>
                </a:lnTo>
                <a:lnTo>
                  <a:pt x="95518" y="224191"/>
                </a:lnTo>
                <a:lnTo>
                  <a:pt x="51018" y="207592"/>
                </a:lnTo>
                <a:lnTo>
                  <a:pt x="22901" y="179143"/>
                </a:lnTo>
                <a:lnTo>
                  <a:pt x="5628" y="144822"/>
                </a:lnTo>
                <a:lnTo>
                  <a:pt x="0" y="109505"/>
                </a:lnTo>
                <a:lnTo>
                  <a:pt x="644" y="97881"/>
                </a:lnTo>
                <a:lnTo>
                  <a:pt x="15440" y="54238"/>
                </a:lnTo>
                <a:lnTo>
                  <a:pt x="50364" y="18817"/>
                </a:lnTo>
                <a:lnTo>
                  <a:pt x="96328" y="1241"/>
                </a:lnTo>
                <a:lnTo>
                  <a:pt x="108321" y="0"/>
                </a:lnTo>
                <a:lnTo>
                  <a:pt x="120318" y="9"/>
                </a:lnTo>
                <a:lnTo>
                  <a:pt x="166372" y="12466"/>
                </a:lnTo>
                <a:lnTo>
                  <a:pt x="186860" y="26079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120544" y="447315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75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43925" y="1451609"/>
            <a:ext cx="1905" cy="5029200"/>
          </a:xfrm>
          <a:custGeom>
            <a:avLst/>
            <a:gdLst/>
            <a:ahLst/>
            <a:cxnLst/>
            <a:rect l="l" t="t" r="r" b="b"/>
            <a:pathLst>
              <a:path w="1904" h="5029200">
                <a:moveTo>
                  <a:pt x="0" y="0"/>
                </a:moveTo>
                <a:lnTo>
                  <a:pt x="1586" y="5029199"/>
                </a:lnTo>
              </a:path>
            </a:pathLst>
          </a:custGeom>
          <a:ln w="114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410325" y="1451609"/>
            <a:ext cx="1905" cy="5029200"/>
          </a:xfrm>
          <a:custGeom>
            <a:avLst/>
            <a:gdLst/>
            <a:ahLst/>
            <a:cxnLst/>
            <a:rect l="l" t="t" r="r" b="b"/>
            <a:pathLst>
              <a:path w="1904" h="5029200">
                <a:moveTo>
                  <a:pt x="0" y="0"/>
                </a:moveTo>
                <a:lnTo>
                  <a:pt x="1586" y="5029199"/>
                </a:lnTo>
              </a:path>
            </a:pathLst>
          </a:custGeom>
          <a:ln w="114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792329" y="51793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0" y="0"/>
                </a:moveTo>
                <a:lnTo>
                  <a:pt x="61357" y="12522"/>
                </a:lnTo>
                <a:lnTo>
                  <a:pt x="29966" y="35237"/>
                </a:lnTo>
                <a:lnTo>
                  <a:pt x="5627" y="75329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5"/>
                </a:lnTo>
                <a:lnTo>
                  <a:pt x="41079" y="200413"/>
                </a:lnTo>
                <a:lnTo>
                  <a:pt x="83867" y="221873"/>
                </a:lnTo>
                <a:lnTo>
                  <a:pt x="107363" y="225277"/>
                </a:lnTo>
                <a:lnTo>
                  <a:pt x="119310" y="225121"/>
                </a:lnTo>
                <a:lnTo>
                  <a:pt x="166259" y="211952"/>
                </a:lnTo>
                <a:lnTo>
                  <a:pt x="197978" y="188696"/>
                </a:lnTo>
                <a:lnTo>
                  <a:pt x="222604" y="145843"/>
                </a:lnTo>
                <a:lnTo>
                  <a:pt x="227566" y="110111"/>
                </a:lnTo>
                <a:lnTo>
                  <a:pt x="226647" y="98101"/>
                </a:lnTo>
                <a:lnTo>
                  <a:pt x="210106" y="52490"/>
                </a:lnTo>
                <a:lnTo>
                  <a:pt x="176909" y="18662"/>
                </a:lnTo>
                <a:lnTo>
                  <a:pt x="132219" y="1265"/>
                </a:lnTo>
                <a:lnTo>
                  <a:pt x="108320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92330" y="517939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6" y="32678"/>
                </a:moveTo>
                <a:lnTo>
                  <a:pt x="220948" y="74591"/>
                </a:lnTo>
                <a:lnTo>
                  <a:pt x="227565" y="110111"/>
                </a:lnTo>
                <a:lnTo>
                  <a:pt x="227197" y="122144"/>
                </a:lnTo>
                <a:lnTo>
                  <a:pt x="212863" y="168319"/>
                </a:lnTo>
                <a:lnTo>
                  <a:pt x="187923" y="197736"/>
                </a:lnTo>
                <a:lnTo>
                  <a:pt x="154834" y="217141"/>
                </a:lnTo>
                <a:lnTo>
                  <a:pt x="107362" y="225277"/>
                </a:lnTo>
                <a:lnTo>
                  <a:pt x="95517" y="224191"/>
                </a:lnTo>
                <a:lnTo>
                  <a:pt x="51017" y="207591"/>
                </a:lnTo>
                <a:lnTo>
                  <a:pt x="22901" y="179142"/>
                </a:lnTo>
                <a:lnTo>
                  <a:pt x="5627" y="144822"/>
                </a:lnTo>
                <a:lnTo>
                  <a:pt x="0" y="109505"/>
                </a:lnTo>
                <a:lnTo>
                  <a:pt x="644" y="97880"/>
                </a:lnTo>
                <a:lnTo>
                  <a:pt x="15440" y="54237"/>
                </a:lnTo>
                <a:lnTo>
                  <a:pt x="50364" y="18817"/>
                </a:lnTo>
                <a:lnTo>
                  <a:pt x="96328" y="1241"/>
                </a:lnTo>
                <a:lnTo>
                  <a:pt x="108321" y="0"/>
                </a:lnTo>
                <a:lnTo>
                  <a:pt x="120317" y="9"/>
                </a:lnTo>
                <a:lnTo>
                  <a:pt x="166371" y="12467"/>
                </a:lnTo>
                <a:lnTo>
                  <a:pt x="186860" y="26081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825144" y="522753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859129" y="540799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8" y="12522"/>
                </a:lnTo>
                <a:lnTo>
                  <a:pt x="29967" y="35237"/>
                </a:lnTo>
                <a:lnTo>
                  <a:pt x="5628" y="75330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4"/>
                </a:lnTo>
                <a:lnTo>
                  <a:pt x="41079" y="200412"/>
                </a:lnTo>
                <a:lnTo>
                  <a:pt x="83866" y="221873"/>
                </a:lnTo>
                <a:lnTo>
                  <a:pt x="107362" y="225276"/>
                </a:lnTo>
                <a:lnTo>
                  <a:pt x="119310" y="225121"/>
                </a:lnTo>
                <a:lnTo>
                  <a:pt x="166259" y="211952"/>
                </a:lnTo>
                <a:lnTo>
                  <a:pt x="197978" y="188696"/>
                </a:lnTo>
                <a:lnTo>
                  <a:pt x="222604" y="145843"/>
                </a:lnTo>
                <a:lnTo>
                  <a:pt x="227565" y="110111"/>
                </a:lnTo>
                <a:lnTo>
                  <a:pt x="226646" y="98101"/>
                </a:lnTo>
                <a:lnTo>
                  <a:pt x="210106" y="52490"/>
                </a:lnTo>
                <a:lnTo>
                  <a:pt x="176910" y="18662"/>
                </a:lnTo>
                <a:lnTo>
                  <a:pt x="132220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859130" y="540799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7" y="32678"/>
                </a:moveTo>
                <a:lnTo>
                  <a:pt x="220949" y="74591"/>
                </a:lnTo>
                <a:lnTo>
                  <a:pt x="227565" y="110111"/>
                </a:lnTo>
                <a:lnTo>
                  <a:pt x="227198" y="122144"/>
                </a:lnTo>
                <a:lnTo>
                  <a:pt x="212864" y="168319"/>
                </a:lnTo>
                <a:lnTo>
                  <a:pt x="187924" y="197736"/>
                </a:lnTo>
                <a:lnTo>
                  <a:pt x="154835" y="217141"/>
                </a:lnTo>
                <a:lnTo>
                  <a:pt x="107363" y="225276"/>
                </a:lnTo>
                <a:lnTo>
                  <a:pt x="95518" y="224191"/>
                </a:lnTo>
                <a:lnTo>
                  <a:pt x="51018" y="207591"/>
                </a:lnTo>
                <a:lnTo>
                  <a:pt x="22901" y="179142"/>
                </a:lnTo>
                <a:lnTo>
                  <a:pt x="5628" y="144822"/>
                </a:lnTo>
                <a:lnTo>
                  <a:pt x="0" y="109505"/>
                </a:lnTo>
                <a:lnTo>
                  <a:pt x="644" y="97881"/>
                </a:lnTo>
                <a:lnTo>
                  <a:pt x="15440" y="54238"/>
                </a:lnTo>
                <a:lnTo>
                  <a:pt x="50365" y="18817"/>
                </a:lnTo>
                <a:lnTo>
                  <a:pt x="96328" y="1241"/>
                </a:lnTo>
                <a:lnTo>
                  <a:pt x="108321" y="0"/>
                </a:lnTo>
                <a:lnTo>
                  <a:pt x="120318" y="9"/>
                </a:lnTo>
                <a:lnTo>
                  <a:pt x="166372" y="12467"/>
                </a:lnTo>
                <a:lnTo>
                  <a:pt x="186861" y="26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891944" y="545613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87745" y="6536859"/>
            <a:ext cx="11620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Symbol"/>
                <a:cs typeface="Symbol"/>
              </a:rPr>
              <a:t>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77806" y="4457552"/>
            <a:ext cx="25844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Symbol"/>
                <a:cs typeface="Symbol"/>
              </a:rPr>
              <a:t>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04167" y="3303270"/>
            <a:ext cx="982980" cy="326390"/>
          </a:xfrm>
          <a:custGeom>
            <a:avLst/>
            <a:gdLst/>
            <a:ahLst/>
            <a:cxnLst/>
            <a:rect l="l" t="t" r="r" b="b"/>
            <a:pathLst>
              <a:path w="982979" h="326389">
                <a:moveTo>
                  <a:pt x="0" y="0"/>
                </a:moveTo>
                <a:lnTo>
                  <a:pt x="982980" y="0"/>
                </a:lnTo>
                <a:lnTo>
                  <a:pt x="982980" y="326002"/>
                </a:lnTo>
                <a:lnTo>
                  <a:pt x="0" y="3260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42778" y="3400109"/>
            <a:ext cx="58102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5" dirty="0">
                <a:solidFill>
                  <a:srgbClr val="FF2600"/>
                </a:solidFill>
                <a:latin typeface="Calibri"/>
                <a:cs typeface="Calibri"/>
              </a:rPr>
              <a:t>3 </a:t>
            </a:r>
            <a:r>
              <a:rPr sz="1400" spc="-8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FF2600"/>
                </a:solidFill>
                <a:latin typeface="Calibri"/>
                <a:cs typeface="Calibri"/>
              </a:rPr>
              <a:t>r</a:t>
            </a:r>
            <a:r>
              <a:rPr sz="1400" spc="-5" dirty="0">
                <a:solidFill>
                  <a:srgbClr val="FF2600"/>
                </a:solidFill>
                <a:latin typeface="Calibri"/>
                <a:cs typeface="Calibri"/>
              </a:rPr>
              <a:t>o</a:t>
            </a:r>
            <a:r>
              <a:rPr sz="1400" spc="30" dirty="0">
                <a:solidFill>
                  <a:srgbClr val="FF2600"/>
                </a:solidFill>
                <a:latin typeface="Calibri"/>
                <a:cs typeface="Calibri"/>
              </a:rPr>
              <a:t>w</a:t>
            </a:r>
            <a:r>
              <a:rPr sz="1400" spc="70" dirty="0">
                <a:solidFill>
                  <a:srgbClr val="FF2600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37802" y="3920342"/>
            <a:ext cx="25844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10" dirty="0">
                <a:solidFill>
                  <a:srgbClr val="FFFFFF"/>
                </a:solidFill>
                <a:latin typeface="Symbol"/>
                <a:cs typeface="Symbol"/>
              </a:rPr>
              <a:t>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37802" y="3394562"/>
            <a:ext cx="25844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10" dirty="0">
                <a:solidFill>
                  <a:srgbClr val="FFFFFF"/>
                </a:solidFill>
                <a:latin typeface="Symbol"/>
                <a:cs typeface="Symbol"/>
              </a:rPr>
              <a:t>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868117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7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7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1"/>
                </a:lnTo>
                <a:lnTo>
                  <a:pt x="62456" y="10539"/>
                </a:lnTo>
                <a:lnTo>
                  <a:pt x="54881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868117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40"/>
                </a:moveTo>
                <a:lnTo>
                  <a:pt x="69665" y="20812"/>
                </a:lnTo>
                <a:lnTo>
                  <a:pt x="73013" y="32484"/>
                </a:lnTo>
                <a:lnTo>
                  <a:pt x="72500" y="44531"/>
                </a:lnTo>
                <a:lnTo>
                  <a:pt x="68128" y="55931"/>
                </a:lnTo>
                <a:lnTo>
                  <a:pt x="56681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5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6"/>
                </a:lnTo>
                <a:lnTo>
                  <a:pt x="20065" y="3557"/>
                </a:lnTo>
                <a:lnTo>
                  <a:pt x="31691" y="0"/>
                </a:lnTo>
                <a:lnTo>
                  <a:pt x="43618" y="373"/>
                </a:lnTo>
                <a:lnTo>
                  <a:pt x="54881" y="4647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18994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7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7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1"/>
                </a:lnTo>
                <a:lnTo>
                  <a:pt x="62456" y="10539"/>
                </a:lnTo>
                <a:lnTo>
                  <a:pt x="54881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18994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40"/>
                </a:moveTo>
                <a:lnTo>
                  <a:pt x="69665" y="20812"/>
                </a:lnTo>
                <a:lnTo>
                  <a:pt x="73013" y="32484"/>
                </a:lnTo>
                <a:lnTo>
                  <a:pt x="72500" y="44531"/>
                </a:lnTo>
                <a:lnTo>
                  <a:pt x="68128" y="55931"/>
                </a:lnTo>
                <a:lnTo>
                  <a:pt x="56681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5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6"/>
                </a:lnTo>
                <a:lnTo>
                  <a:pt x="20065" y="3557"/>
                </a:lnTo>
                <a:lnTo>
                  <a:pt x="31691" y="0"/>
                </a:lnTo>
                <a:lnTo>
                  <a:pt x="43618" y="373"/>
                </a:lnTo>
                <a:lnTo>
                  <a:pt x="54881" y="4647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020565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2" y="0"/>
                </a:moveTo>
                <a:lnTo>
                  <a:pt x="20066" y="3558"/>
                </a:lnTo>
                <a:lnTo>
                  <a:pt x="9704" y="11076"/>
                </a:lnTo>
                <a:lnTo>
                  <a:pt x="3083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7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6"/>
                </a:lnTo>
                <a:lnTo>
                  <a:pt x="56682" y="65923"/>
                </a:lnTo>
                <a:lnTo>
                  <a:pt x="68128" y="55931"/>
                </a:lnTo>
                <a:lnTo>
                  <a:pt x="72501" y="44531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7" y="10539"/>
                </a:lnTo>
                <a:lnTo>
                  <a:pt x="54881" y="4646"/>
                </a:lnTo>
                <a:lnTo>
                  <a:pt x="43619" y="372"/>
                </a:lnTo>
                <a:lnTo>
                  <a:pt x="316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20565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7" y="10540"/>
                </a:moveTo>
                <a:lnTo>
                  <a:pt x="69666" y="20812"/>
                </a:lnTo>
                <a:lnTo>
                  <a:pt x="73014" y="32484"/>
                </a:lnTo>
                <a:lnTo>
                  <a:pt x="72501" y="44531"/>
                </a:lnTo>
                <a:lnTo>
                  <a:pt x="68129" y="55931"/>
                </a:lnTo>
                <a:lnTo>
                  <a:pt x="56682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7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868117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7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7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1"/>
                </a:lnTo>
                <a:lnTo>
                  <a:pt x="62456" y="10539"/>
                </a:lnTo>
                <a:lnTo>
                  <a:pt x="54881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68117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40"/>
                </a:moveTo>
                <a:lnTo>
                  <a:pt x="69665" y="20812"/>
                </a:lnTo>
                <a:lnTo>
                  <a:pt x="73013" y="32484"/>
                </a:lnTo>
                <a:lnTo>
                  <a:pt x="72500" y="44531"/>
                </a:lnTo>
                <a:lnTo>
                  <a:pt x="68128" y="55931"/>
                </a:lnTo>
                <a:lnTo>
                  <a:pt x="56681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5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6"/>
                </a:lnTo>
                <a:lnTo>
                  <a:pt x="20065" y="3557"/>
                </a:lnTo>
                <a:lnTo>
                  <a:pt x="31691" y="0"/>
                </a:lnTo>
                <a:lnTo>
                  <a:pt x="43618" y="373"/>
                </a:lnTo>
                <a:lnTo>
                  <a:pt x="54881" y="4647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018994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7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7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1"/>
                </a:lnTo>
                <a:lnTo>
                  <a:pt x="62456" y="10539"/>
                </a:lnTo>
                <a:lnTo>
                  <a:pt x="54881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018994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40"/>
                </a:moveTo>
                <a:lnTo>
                  <a:pt x="69665" y="20812"/>
                </a:lnTo>
                <a:lnTo>
                  <a:pt x="73013" y="32484"/>
                </a:lnTo>
                <a:lnTo>
                  <a:pt x="72500" y="44531"/>
                </a:lnTo>
                <a:lnTo>
                  <a:pt x="68128" y="55931"/>
                </a:lnTo>
                <a:lnTo>
                  <a:pt x="56681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5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6"/>
                </a:lnTo>
                <a:lnTo>
                  <a:pt x="20065" y="3557"/>
                </a:lnTo>
                <a:lnTo>
                  <a:pt x="31691" y="0"/>
                </a:lnTo>
                <a:lnTo>
                  <a:pt x="43618" y="373"/>
                </a:lnTo>
                <a:lnTo>
                  <a:pt x="54881" y="4647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171440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7"/>
                </a:lnTo>
                <a:lnTo>
                  <a:pt x="9704" y="11076"/>
                </a:lnTo>
                <a:lnTo>
                  <a:pt x="3083" y="20761"/>
                </a:lnTo>
                <a:lnTo>
                  <a:pt x="0" y="31821"/>
                </a:lnTo>
                <a:lnTo>
                  <a:pt x="606" y="43554"/>
                </a:lnTo>
                <a:lnTo>
                  <a:pt x="5052" y="55257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6"/>
                </a:lnTo>
                <a:lnTo>
                  <a:pt x="56681" y="65923"/>
                </a:lnTo>
                <a:lnTo>
                  <a:pt x="68128" y="55931"/>
                </a:lnTo>
                <a:lnTo>
                  <a:pt x="72501" y="44531"/>
                </a:lnTo>
                <a:lnTo>
                  <a:pt x="73013" y="32483"/>
                </a:lnTo>
                <a:lnTo>
                  <a:pt x="69666" y="20812"/>
                </a:lnTo>
                <a:lnTo>
                  <a:pt x="62457" y="10539"/>
                </a:lnTo>
                <a:lnTo>
                  <a:pt x="54881" y="4646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171441" y="594398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40"/>
                </a:moveTo>
                <a:lnTo>
                  <a:pt x="69665" y="20812"/>
                </a:lnTo>
                <a:lnTo>
                  <a:pt x="73013" y="32484"/>
                </a:lnTo>
                <a:lnTo>
                  <a:pt x="72500" y="44531"/>
                </a:lnTo>
                <a:lnTo>
                  <a:pt x="68128" y="55931"/>
                </a:lnTo>
                <a:lnTo>
                  <a:pt x="56681" y="65923"/>
                </a:lnTo>
                <a:lnTo>
                  <a:pt x="45025" y="71666"/>
                </a:lnTo>
                <a:lnTo>
                  <a:pt x="33627" y="73443"/>
                </a:lnTo>
                <a:lnTo>
                  <a:pt x="22959" y="71536"/>
                </a:lnTo>
                <a:lnTo>
                  <a:pt x="13490" y="66227"/>
                </a:lnTo>
                <a:lnTo>
                  <a:pt x="5052" y="55257"/>
                </a:lnTo>
                <a:lnTo>
                  <a:pt x="605" y="43554"/>
                </a:lnTo>
                <a:lnTo>
                  <a:pt x="0" y="31822"/>
                </a:lnTo>
                <a:lnTo>
                  <a:pt x="3083" y="20762"/>
                </a:lnTo>
                <a:lnTo>
                  <a:pt x="9704" y="11076"/>
                </a:lnTo>
                <a:lnTo>
                  <a:pt x="20065" y="3557"/>
                </a:lnTo>
                <a:lnTo>
                  <a:pt x="31691" y="0"/>
                </a:lnTo>
                <a:lnTo>
                  <a:pt x="43618" y="373"/>
                </a:lnTo>
                <a:lnTo>
                  <a:pt x="54881" y="4647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68117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8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6" y="10539"/>
                </a:lnTo>
                <a:lnTo>
                  <a:pt x="54880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868117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39"/>
                </a:moveTo>
                <a:lnTo>
                  <a:pt x="69665" y="20811"/>
                </a:lnTo>
                <a:lnTo>
                  <a:pt x="73013" y="32483"/>
                </a:lnTo>
                <a:lnTo>
                  <a:pt x="72501" y="44530"/>
                </a:lnTo>
                <a:lnTo>
                  <a:pt x="68128" y="55930"/>
                </a:lnTo>
                <a:lnTo>
                  <a:pt x="56682" y="65922"/>
                </a:lnTo>
                <a:lnTo>
                  <a:pt x="45025" y="71666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0" y="66228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6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18994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8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6" y="10539"/>
                </a:lnTo>
                <a:lnTo>
                  <a:pt x="54880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018993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39"/>
                </a:moveTo>
                <a:lnTo>
                  <a:pt x="69665" y="20811"/>
                </a:lnTo>
                <a:lnTo>
                  <a:pt x="73013" y="32483"/>
                </a:lnTo>
                <a:lnTo>
                  <a:pt x="72501" y="44530"/>
                </a:lnTo>
                <a:lnTo>
                  <a:pt x="68128" y="55930"/>
                </a:lnTo>
                <a:lnTo>
                  <a:pt x="56682" y="65922"/>
                </a:lnTo>
                <a:lnTo>
                  <a:pt x="45025" y="71666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0" y="66228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6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020565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2" y="0"/>
                </a:moveTo>
                <a:lnTo>
                  <a:pt x="20066" y="3558"/>
                </a:lnTo>
                <a:lnTo>
                  <a:pt x="9704" y="11076"/>
                </a:lnTo>
                <a:lnTo>
                  <a:pt x="3083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7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6"/>
                </a:lnTo>
                <a:lnTo>
                  <a:pt x="56682" y="65923"/>
                </a:lnTo>
                <a:lnTo>
                  <a:pt x="68128" y="55931"/>
                </a:lnTo>
                <a:lnTo>
                  <a:pt x="72501" y="44531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7" y="10539"/>
                </a:lnTo>
                <a:lnTo>
                  <a:pt x="54881" y="4646"/>
                </a:lnTo>
                <a:lnTo>
                  <a:pt x="43619" y="372"/>
                </a:lnTo>
                <a:lnTo>
                  <a:pt x="316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020565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7" y="10539"/>
                </a:moveTo>
                <a:lnTo>
                  <a:pt x="69666" y="20811"/>
                </a:lnTo>
                <a:lnTo>
                  <a:pt x="73014" y="32483"/>
                </a:lnTo>
                <a:lnTo>
                  <a:pt x="72502" y="44530"/>
                </a:lnTo>
                <a:lnTo>
                  <a:pt x="68129" y="55930"/>
                </a:lnTo>
                <a:lnTo>
                  <a:pt x="56682" y="65922"/>
                </a:lnTo>
                <a:lnTo>
                  <a:pt x="45025" y="71665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1" y="66228"/>
                </a:lnTo>
                <a:lnTo>
                  <a:pt x="5053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7"/>
                </a:lnTo>
                <a:lnTo>
                  <a:pt x="20064" y="3558"/>
                </a:lnTo>
                <a:lnTo>
                  <a:pt x="31691" y="0"/>
                </a:lnTo>
                <a:lnTo>
                  <a:pt x="43617" y="372"/>
                </a:lnTo>
                <a:lnTo>
                  <a:pt x="54880" y="4645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868117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8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6" y="10539"/>
                </a:lnTo>
                <a:lnTo>
                  <a:pt x="54880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868117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39"/>
                </a:moveTo>
                <a:lnTo>
                  <a:pt x="69665" y="20811"/>
                </a:lnTo>
                <a:lnTo>
                  <a:pt x="73013" y="32483"/>
                </a:lnTo>
                <a:lnTo>
                  <a:pt x="72501" y="44530"/>
                </a:lnTo>
                <a:lnTo>
                  <a:pt x="68128" y="55930"/>
                </a:lnTo>
                <a:lnTo>
                  <a:pt x="56682" y="65922"/>
                </a:lnTo>
                <a:lnTo>
                  <a:pt x="45025" y="71666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0" y="66228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6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018994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8"/>
                </a:lnTo>
                <a:lnTo>
                  <a:pt x="9704" y="11076"/>
                </a:lnTo>
                <a:lnTo>
                  <a:pt x="3082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5"/>
                </a:lnTo>
                <a:lnTo>
                  <a:pt x="56681" y="65922"/>
                </a:lnTo>
                <a:lnTo>
                  <a:pt x="68128" y="55930"/>
                </a:lnTo>
                <a:lnTo>
                  <a:pt x="72501" y="44530"/>
                </a:lnTo>
                <a:lnTo>
                  <a:pt x="73013" y="32483"/>
                </a:lnTo>
                <a:lnTo>
                  <a:pt x="69665" y="20812"/>
                </a:lnTo>
                <a:lnTo>
                  <a:pt x="62456" y="10539"/>
                </a:lnTo>
                <a:lnTo>
                  <a:pt x="54880" y="4647"/>
                </a:lnTo>
                <a:lnTo>
                  <a:pt x="43618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018993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39"/>
                </a:moveTo>
                <a:lnTo>
                  <a:pt x="69665" y="20811"/>
                </a:lnTo>
                <a:lnTo>
                  <a:pt x="73013" y="32483"/>
                </a:lnTo>
                <a:lnTo>
                  <a:pt x="72501" y="44530"/>
                </a:lnTo>
                <a:lnTo>
                  <a:pt x="68128" y="55930"/>
                </a:lnTo>
                <a:lnTo>
                  <a:pt x="56682" y="65922"/>
                </a:lnTo>
                <a:lnTo>
                  <a:pt x="45025" y="71666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0" y="66228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6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171440" y="1909197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31691" y="0"/>
                </a:moveTo>
                <a:lnTo>
                  <a:pt x="20065" y="3558"/>
                </a:lnTo>
                <a:lnTo>
                  <a:pt x="9704" y="11076"/>
                </a:lnTo>
                <a:lnTo>
                  <a:pt x="3083" y="20762"/>
                </a:lnTo>
                <a:lnTo>
                  <a:pt x="0" y="31822"/>
                </a:lnTo>
                <a:lnTo>
                  <a:pt x="606" y="43554"/>
                </a:lnTo>
                <a:lnTo>
                  <a:pt x="5052" y="55256"/>
                </a:lnTo>
                <a:lnTo>
                  <a:pt x="13490" y="66228"/>
                </a:lnTo>
                <a:lnTo>
                  <a:pt x="22960" y="71536"/>
                </a:lnTo>
                <a:lnTo>
                  <a:pt x="33628" y="73443"/>
                </a:lnTo>
                <a:lnTo>
                  <a:pt x="45025" y="71666"/>
                </a:lnTo>
                <a:lnTo>
                  <a:pt x="56681" y="65922"/>
                </a:lnTo>
                <a:lnTo>
                  <a:pt x="68128" y="55931"/>
                </a:lnTo>
                <a:lnTo>
                  <a:pt x="72501" y="44531"/>
                </a:lnTo>
                <a:lnTo>
                  <a:pt x="73013" y="32484"/>
                </a:lnTo>
                <a:lnTo>
                  <a:pt x="69666" y="20812"/>
                </a:lnTo>
                <a:lnTo>
                  <a:pt x="62457" y="10539"/>
                </a:lnTo>
                <a:lnTo>
                  <a:pt x="54881" y="4646"/>
                </a:lnTo>
                <a:lnTo>
                  <a:pt x="43617" y="372"/>
                </a:lnTo>
                <a:lnTo>
                  <a:pt x="31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171441" y="1909196"/>
            <a:ext cx="73025" cy="73660"/>
          </a:xfrm>
          <a:custGeom>
            <a:avLst/>
            <a:gdLst/>
            <a:ahLst/>
            <a:cxnLst/>
            <a:rect l="l" t="t" r="r" b="b"/>
            <a:pathLst>
              <a:path w="73025" h="73660">
                <a:moveTo>
                  <a:pt x="62456" y="10539"/>
                </a:moveTo>
                <a:lnTo>
                  <a:pt x="69665" y="20811"/>
                </a:lnTo>
                <a:lnTo>
                  <a:pt x="73013" y="32483"/>
                </a:lnTo>
                <a:lnTo>
                  <a:pt x="72501" y="44530"/>
                </a:lnTo>
                <a:lnTo>
                  <a:pt x="68128" y="55930"/>
                </a:lnTo>
                <a:lnTo>
                  <a:pt x="56682" y="65922"/>
                </a:lnTo>
                <a:lnTo>
                  <a:pt x="45025" y="71666"/>
                </a:lnTo>
                <a:lnTo>
                  <a:pt x="33628" y="73443"/>
                </a:lnTo>
                <a:lnTo>
                  <a:pt x="22960" y="71536"/>
                </a:lnTo>
                <a:lnTo>
                  <a:pt x="13490" y="66228"/>
                </a:lnTo>
                <a:lnTo>
                  <a:pt x="5052" y="55257"/>
                </a:lnTo>
                <a:lnTo>
                  <a:pt x="606" y="43554"/>
                </a:lnTo>
                <a:lnTo>
                  <a:pt x="0" y="31822"/>
                </a:lnTo>
                <a:lnTo>
                  <a:pt x="3082" y="20762"/>
                </a:lnTo>
                <a:lnTo>
                  <a:pt x="9703" y="11076"/>
                </a:lnTo>
                <a:lnTo>
                  <a:pt x="20065" y="3558"/>
                </a:lnTo>
                <a:lnTo>
                  <a:pt x="31691" y="0"/>
                </a:lnTo>
                <a:lnTo>
                  <a:pt x="43618" y="372"/>
                </a:lnTo>
                <a:lnTo>
                  <a:pt x="54881" y="4646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744829" y="2139017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08321" y="0"/>
                </a:moveTo>
                <a:lnTo>
                  <a:pt x="61358" y="12522"/>
                </a:lnTo>
                <a:lnTo>
                  <a:pt x="29967" y="35237"/>
                </a:lnTo>
                <a:lnTo>
                  <a:pt x="5628" y="75330"/>
                </a:lnTo>
                <a:lnTo>
                  <a:pt x="0" y="109504"/>
                </a:lnTo>
                <a:lnTo>
                  <a:pt x="606" y="121255"/>
                </a:lnTo>
                <a:lnTo>
                  <a:pt x="15825" y="167944"/>
                </a:lnTo>
                <a:lnTo>
                  <a:pt x="41079" y="200412"/>
                </a:lnTo>
                <a:lnTo>
                  <a:pt x="83866" y="221873"/>
                </a:lnTo>
                <a:lnTo>
                  <a:pt x="107362" y="225277"/>
                </a:lnTo>
                <a:lnTo>
                  <a:pt x="119310" y="225121"/>
                </a:lnTo>
                <a:lnTo>
                  <a:pt x="166259" y="211952"/>
                </a:lnTo>
                <a:lnTo>
                  <a:pt x="197978" y="188696"/>
                </a:lnTo>
                <a:lnTo>
                  <a:pt x="222604" y="145843"/>
                </a:lnTo>
                <a:lnTo>
                  <a:pt x="227565" y="110111"/>
                </a:lnTo>
                <a:lnTo>
                  <a:pt x="226646" y="98101"/>
                </a:lnTo>
                <a:lnTo>
                  <a:pt x="210106" y="52490"/>
                </a:lnTo>
                <a:lnTo>
                  <a:pt x="176910" y="18662"/>
                </a:lnTo>
                <a:lnTo>
                  <a:pt x="132220" y="1266"/>
                </a:lnTo>
                <a:lnTo>
                  <a:pt x="108321" y="0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744830" y="2139016"/>
            <a:ext cx="227965" cy="225425"/>
          </a:xfrm>
          <a:custGeom>
            <a:avLst/>
            <a:gdLst/>
            <a:ahLst/>
            <a:cxnLst/>
            <a:rect l="l" t="t" r="r" b="b"/>
            <a:pathLst>
              <a:path w="227965" h="225425">
                <a:moveTo>
                  <a:pt x="194117" y="32678"/>
                </a:moveTo>
                <a:lnTo>
                  <a:pt x="220949" y="74591"/>
                </a:lnTo>
                <a:lnTo>
                  <a:pt x="227565" y="110111"/>
                </a:lnTo>
                <a:lnTo>
                  <a:pt x="227198" y="122144"/>
                </a:lnTo>
                <a:lnTo>
                  <a:pt x="212864" y="168319"/>
                </a:lnTo>
                <a:lnTo>
                  <a:pt x="187924" y="197736"/>
                </a:lnTo>
                <a:lnTo>
                  <a:pt x="154835" y="217141"/>
                </a:lnTo>
                <a:lnTo>
                  <a:pt x="107363" y="225276"/>
                </a:lnTo>
                <a:lnTo>
                  <a:pt x="95518" y="224191"/>
                </a:lnTo>
                <a:lnTo>
                  <a:pt x="51018" y="207591"/>
                </a:lnTo>
                <a:lnTo>
                  <a:pt x="22901" y="179142"/>
                </a:lnTo>
                <a:lnTo>
                  <a:pt x="5628" y="144822"/>
                </a:lnTo>
                <a:lnTo>
                  <a:pt x="0" y="109505"/>
                </a:lnTo>
                <a:lnTo>
                  <a:pt x="644" y="97881"/>
                </a:lnTo>
                <a:lnTo>
                  <a:pt x="15440" y="54238"/>
                </a:lnTo>
                <a:lnTo>
                  <a:pt x="50365" y="18817"/>
                </a:lnTo>
                <a:lnTo>
                  <a:pt x="96328" y="1241"/>
                </a:lnTo>
                <a:lnTo>
                  <a:pt x="108321" y="0"/>
                </a:lnTo>
                <a:lnTo>
                  <a:pt x="120318" y="9"/>
                </a:lnTo>
                <a:lnTo>
                  <a:pt x="166372" y="12467"/>
                </a:lnTo>
                <a:lnTo>
                  <a:pt x="186861" y="2608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7777644" y="2187159"/>
            <a:ext cx="168910" cy="151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75" dirty="0">
                <a:solidFill>
                  <a:srgbClr val="FFFFFF"/>
                </a:solidFill>
                <a:latin typeface="Calibri"/>
                <a:cs typeface="Calibri"/>
              </a:rPr>
              <a:t>39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961413" y="4486674"/>
            <a:ext cx="825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355452" y="2126062"/>
            <a:ext cx="1143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6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137909" y="4620292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171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318486" y="4596954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331" y="0"/>
                </a:moveTo>
                <a:lnTo>
                  <a:pt x="0" y="47852"/>
                </a:lnTo>
                <a:lnTo>
                  <a:pt x="48018" y="24258"/>
                </a:lnTo>
                <a:lnTo>
                  <a:pt x="3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104098" y="2252376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171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067675" y="2229039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59" h="48260">
                <a:moveTo>
                  <a:pt x="47687" y="0"/>
                </a:moveTo>
                <a:lnTo>
                  <a:pt x="0" y="24258"/>
                </a:lnTo>
                <a:lnTo>
                  <a:pt x="48018" y="47852"/>
                </a:lnTo>
                <a:lnTo>
                  <a:pt x="47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411118" y="2628105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5">
                <a:moveTo>
                  <a:pt x="2137409" y="0"/>
                </a:moveTo>
                <a:lnTo>
                  <a:pt x="0" y="1591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411118" y="2045175"/>
            <a:ext cx="2137410" cy="1905"/>
          </a:xfrm>
          <a:custGeom>
            <a:avLst/>
            <a:gdLst/>
            <a:ahLst/>
            <a:cxnLst/>
            <a:rect l="l" t="t" r="r" b="b"/>
            <a:pathLst>
              <a:path w="2137409" h="1905">
                <a:moveTo>
                  <a:pt x="2137409" y="0"/>
                </a:moveTo>
                <a:lnTo>
                  <a:pt x="0" y="1591"/>
                </a:lnTo>
              </a:path>
            </a:pathLst>
          </a:custGeom>
          <a:ln w="2285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8392" y="337669"/>
            <a:ext cx="6388735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84730" algn="l"/>
              </a:tabLst>
            </a:pPr>
            <a:r>
              <a:rPr sz="5050" spc="24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50" spc="1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5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13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29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50" spc="-6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260" dirty="0">
                <a:solidFill>
                  <a:srgbClr val="FFFFFF"/>
                </a:solidFill>
                <a:latin typeface="Calibri"/>
                <a:cs typeface="Calibri"/>
              </a:rPr>
              <a:t>air</a:t>
            </a:r>
            <a:r>
              <a:rPr sz="505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50" spc="3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50" spc="1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50" spc="37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5050" spc="-1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57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50" spc="-28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spc="-135" dirty="0">
                <a:solidFill>
                  <a:srgbClr val="FFFFFF"/>
                </a:solidFill>
                <a:latin typeface="Calibri"/>
                <a:cs typeface="Calibri"/>
              </a:rPr>
              <a:t>hm</a:t>
            </a:r>
            <a:endParaRPr sz="5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729" y="1108474"/>
            <a:ext cx="238569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air(p</a:t>
            </a:r>
            <a:r>
              <a:rPr sz="1800" spc="-247" baseline="-2083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30" baseline="-20833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11" y="1427244"/>
            <a:ext cx="5382260" cy="55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300"/>
              </a:lnSpc>
            </a:pP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1800" spc="-11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1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917" y="2308528"/>
            <a:ext cx="2900045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  <a:tabLst>
                <a:tab pos="292735" algn="l"/>
              </a:tabLst>
            </a:pP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-247" baseline="-20833" dirty="0">
                <a:solidFill>
                  <a:srgbClr val="FFFFFF"/>
                </a:solidFill>
                <a:latin typeface="Calibri"/>
                <a:cs typeface="Calibri"/>
              </a:rPr>
              <a:t>1  </a:t>
            </a:r>
            <a:r>
              <a:rPr sz="1800" spc="-195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9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3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104" baseline="-2083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baseline="-20833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800" spc="-195" baseline="-208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1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9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1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2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3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-247" baseline="-2083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104" baseline="-2083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917" y="3611548"/>
            <a:ext cx="5709920" cy="264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11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16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1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17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14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917" y="4216165"/>
            <a:ext cx="40017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1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14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911" y="4810524"/>
            <a:ext cx="5577205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300"/>
              </a:lnSpc>
            </a:pPr>
            <a:r>
              <a:rPr sz="1800" spc="1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1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mp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1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een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xt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ei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1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14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2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917" y="5988988"/>
            <a:ext cx="970915" cy="264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1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entury Gothic"/>
                <a:cs typeface="Century Gothic"/>
              </a:rPr>
              <a:t>δ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729" y="6296424"/>
            <a:ext cx="1060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6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4079" y="1614649"/>
            <a:ext cx="122047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1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-35" dirty="0">
                <a:solidFill>
                  <a:srgbClr val="FFFB00"/>
                </a:solidFill>
                <a:latin typeface="Calibri"/>
                <a:cs typeface="Calibri"/>
              </a:rPr>
              <a:t>(n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65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150" spc="-6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12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2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150" spc="2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0002" y="2391890"/>
            <a:ext cx="115506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20" dirty="0">
                <a:solidFill>
                  <a:srgbClr val="FFFB00"/>
                </a:solidFill>
                <a:latin typeface="Calibri"/>
                <a:cs typeface="Calibri"/>
              </a:rPr>
              <a:t>2T</a:t>
            </a:r>
            <a:r>
              <a:rPr sz="2150" spc="-10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150" spc="-3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340" dirty="0">
                <a:solidFill>
                  <a:srgbClr val="FFFB00"/>
                </a:solidFill>
                <a:latin typeface="Calibri"/>
                <a:cs typeface="Calibri"/>
              </a:rPr>
              <a:t>/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70" dirty="0">
                <a:solidFill>
                  <a:srgbClr val="FFFB00"/>
                </a:solidFill>
                <a:latin typeface="Calibri"/>
                <a:cs typeface="Calibri"/>
              </a:rPr>
              <a:t>2)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17832" y="3564735"/>
            <a:ext cx="51625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1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-3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150" spc="-12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150" spc="2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69793" y="4232119"/>
            <a:ext cx="122047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1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-35" dirty="0">
                <a:solidFill>
                  <a:srgbClr val="FFFB00"/>
                </a:solidFill>
                <a:latin typeface="Calibri"/>
                <a:cs typeface="Calibri"/>
              </a:rPr>
              <a:t>(n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65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150" spc="-6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12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5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150" spc="-12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150" spc="2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5292" y="5032854"/>
            <a:ext cx="51625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1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150" spc="-3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150" spc="-12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150" spc="2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10862" y="1029339"/>
            <a:ext cx="73025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25" dirty="0">
                <a:solidFill>
                  <a:srgbClr val="FFFB00"/>
                </a:solidFill>
                <a:latin typeface="Calibri"/>
                <a:cs typeface="Calibri"/>
              </a:rPr>
              <a:t>C</a:t>
            </a:r>
            <a:r>
              <a:rPr sz="2850" spc="6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20" dirty="0">
                <a:solidFill>
                  <a:srgbClr val="FFFB00"/>
                </a:solidFill>
                <a:latin typeface="Calibri"/>
                <a:cs typeface="Calibri"/>
              </a:rPr>
              <a:t>s</a:t>
            </a:r>
            <a:r>
              <a:rPr sz="2850" spc="35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23562" y="1374465"/>
            <a:ext cx="704215" cy="0"/>
          </a:xfrm>
          <a:custGeom>
            <a:avLst/>
            <a:gdLst/>
            <a:ahLst/>
            <a:cxnLst/>
            <a:rect l="l" t="t" r="r" b="b"/>
            <a:pathLst>
              <a:path w="704215">
                <a:moveTo>
                  <a:pt x="0" y="0"/>
                </a:moveTo>
                <a:lnTo>
                  <a:pt x="704032" y="0"/>
                </a:lnTo>
              </a:path>
            </a:pathLst>
          </a:custGeom>
          <a:ln w="8083">
            <a:solidFill>
              <a:srgbClr val="FFFB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65912" y="5749929"/>
            <a:ext cx="431165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300"/>
              </a:lnSpc>
              <a:tabLst>
                <a:tab pos="749300" algn="l"/>
                <a:tab pos="1054735" algn="l"/>
                <a:tab pos="1760220" algn="l"/>
                <a:tab pos="2367915" algn="l"/>
                <a:tab pos="2705100" algn="l"/>
                <a:tab pos="3397885" algn="l"/>
                <a:tab pos="4010660" algn="l"/>
              </a:tabLst>
            </a:pPr>
            <a:r>
              <a:rPr sz="2850" spc="24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114" dirty="0">
                <a:solidFill>
                  <a:srgbClr val="FFFB00"/>
                </a:solidFill>
                <a:latin typeface="Calibri"/>
                <a:cs typeface="Calibri"/>
              </a:rPr>
              <a:t>≤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204" dirty="0">
                <a:solidFill>
                  <a:srgbClr val="FFFB00"/>
                </a:solidFill>
                <a:latin typeface="Calibri"/>
                <a:cs typeface="Calibri"/>
              </a:rPr>
              <a:t>2T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/</a:t>
            </a:r>
            <a:r>
              <a:rPr sz="2850" spc="135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r>
              <a:rPr sz="2850" spc="85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25" dirty="0">
                <a:solidFill>
                  <a:srgbClr val="FFFB00"/>
                </a:solidFill>
                <a:latin typeface="Calibri"/>
                <a:cs typeface="Calibri"/>
              </a:rPr>
              <a:t>+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9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-7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7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850" spc="30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850" spc="240" dirty="0">
                <a:solidFill>
                  <a:srgbClr val="FFFB00"/>
                </a:solidFill>
                <a:latin typeface="Calibri"/>
                <a:cs typeface="Calibri"/>
              </a:rPr>
              <a:t>T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145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spc="40" dirty="0">
                <a:solidFill>
                  <a:srgbClr val="FFFB00"/>
                </a:solidFill>
                <a:latin typeface="Calibri"/>
                <a:cs typeface="Calibri"/>
              </a:rPr>
              <a:t>)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=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-555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850" spc="185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-75" dirty="0">
                <a:solidFill>
                  <a:srgbClr val="FFFB00"/>
                </a:solidFill>
                <a:latin typeface="Calibri"/>
                <a:cs typeface="Calibri"/>
              </a:rPr>
              <a:t>(</a:t>
            </a:r>
            <a:r>
              <a:rPr sz="2850" spc="-30" dirty="0">
                <a:solidFill>
                  <a:srgbClr val="FFFB00"/>
                </a:solidFill>
                <a:latin typeface="Calibri"/>
                <a:cs typeface="Calibri"/>
              </a:rPr>
              <a:t>n</a:t>
            </a:r>
            <a:r>
              <a:rPr sz="2850" dirty="0">
                <a:solidFill>
                  <a:srgbClr val="FFFB00"/>
                </a:solidFill>
                <a:latin typeface="Calibri"/>
                <a:cs typeface="Calibri"/>
              </a:rPr>
              <a:t>	</a:t>
            </a:r>
            <a:r>
              <a:rPr sz="2850" spc="90" dirty="0">
                <a:solidFill>
                  <a:srgbClr val="FFFB00"/>
                </a:solidFill>
                <a:latin typeface="Calibri"/>
                <a:cs typeface="Calibri"/>
              </a:rPr>
              <a:t>l</a:t>
            </a:r>
            <a:r>
              <a:rPr sz="2850" spc="-70" dirty="0">
                <a:solidFill>
                  <a:srgbClr val="FFFB00"/>
                </a:solidFill>
                <a:latin typeface="Calibri"/>
                <a:cs typeface="Calibri"/>
              </a:rPr>
              <a:t>o</a:t>
            </a:r>
            <a:r>
              <a:rPr sz="2850" spc="170" dirty="0">
                <a:solidFill>
                  <a:srgbClr val="FFFB00"/>
                </a:solidFill>
                <a:latin typeface="Calibri"/>
                <a:cs typeface="Calibri"/>
              </a:rPr>
              <a:t>g</a:t>
            </a:r>
            <a:r>
              <a:rPr sz="2850" spc="187" baseline="27777" dirty="0">
                <a:solidFill>
                  <a:srgbClr val="FFFB00"/>
                </a:solidFill>
                <a:latin typeface="Calibri"/>
                <a:cs typeface="Calibri"/>
              </a:rPr>
              <a:t>2</a:t>
            </a:r>
            <a:r>
              <a:rPr sz="2850" baseline="27777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850" spc="-187" baseline="27777" dirty="0">
                <a:solidFill>
                  <a:srgbClr val="FFFB00"/>
                </a:solidFill>
                <a:latin typeface="Calibri"/>
                <a:cs typeface="Calibri"/>
              </a:rPr>
              <a:t> </a:t>
            </a:r>
            <a:r>
              <a:rPr sz="2850" spc="-114" dirty="0">
                <a:solidFill>
                  <a:srgbClr val="FFFB00"/>
                </a:solidFill>
                <a:latin typeface="Calibri"/>
                <a:cs typeface="Calibri"/>
              </a:rPr>
              <a:t>n)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069" y="347829"/>
            <a:ext cx="6363970" cy="148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16355" marR="5080" indent="-1304290">
              <a:lnSpc>
                <a:spcPct val="107800"/>
              </a:lnSpc>
              <a:tabLst>
                <a:tab pos="2284095" algn="l"/>
                <a:tab pos="3639820" algn="l"/>
                <a:tab pos="4472940" algn="l"/>
              </a:tabLst>
            </a:pPr>
            <a:r>
              <a:rPr sz="5050" spc="2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5050" spc="1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5050" spc="-16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1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2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50" spc="-6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5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26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4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-2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63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50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050" spc="15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5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50" spc="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50" spc="-2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50" spc="6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505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5050" spc="8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50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969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5000" spc="-32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-9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5000" spc="3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5000" spc="-3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5000" spc="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50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3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5000" spc="1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000" spc="-2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5000" spc="6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9900" y="28702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9900" y="35306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9900" y="4584700"/>
            <a:ext cx="190500" cy="17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2930" rIns="0" bIns="0" rtlCol="0">
            <a:spAutoFit/>
          </a:bodyPr>
          <a:lstStyle/>
          <a:p>
            <a:pPr marL="315595">
              <a:lnSpc>
                <a:spcPct val="100000"/>
              </a:lnSpc>
            </a:pPr>
            <a:r>
              <a:rPr spc="125" dirty="0"/>
              <a:t>C</a:t>
            </a:r>
            <a:r>
              <a:rPr spc="140" dirty="0"/>
              <a:t>a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10" dirty="0"/>
              <a:t>w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60" dirty="0"/>
              <a:t>a</a:t>
            </a:r>
            <a:r>
              <a:rPr spc="175" dirty="0"/>
              <a:t>c</a:t>
            </a:r>
            <a:r>
              <a:rPr spc="90" dirty="0"/>
              <a:t>h</a:t>
            </a:r>
            <a:r>
              <a:rPr spc="50" dirty="0"/>
              <a:t>i</a:t>
            </a:r>
            <a:r>
              <a:rPr spc="55" dirty="0"/>
              <a:t>e</a:t>
            </a:r>
            <a:r>
              <a:rPr spc="10" dirty="0"/>
              <a:t>v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130" dirty="0"/>
              <a:t>O</a:t>
            </a:r>
            <a:r>
              <a:rPr spc="-40" dirty="0"/>
              <a:t>(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80" dirty="0"/>
              <a:t>l</a:t>
            </a:r>
            <a:r>
              <a:rPr spc="-60" dirty="0"/>
              <a:t>o</a:t>
            </a:r>
            <a:r>
              <a:rPr spc="140" dirty="0"/>
              <a:t>g</a:t>
            </a:r>
            <a:r>
              <a:rPr dirty="0"/>
              <a:t> </a:t>
            </a:r>
            <a:r>
              <a:rPr spc="-170" dirty="0"/>
              <a:t> </a:t>
            </a:r>
            <a:r>
              <a:rPr spc="-130" dirty="0"/>
              <a:t>n</a:t>
            </a:r>
            <a:r>
              <a:rPr spc="30" dirty="0"/>
              <a:t>)</a:t>
            </a:r>
            <a:r>
              <a:rPr spc="-35" dirty="0"/>
              <a:t>?</a:t>
            </a:r>
          </a:p>
          <a:p>
            <a:pPr marL="315595" marR="5080">
              <a:lnSpc>
                <a:spcPct val="105000"/>
              </a:lnSpc>
              <a:spcBef>
                <a:spcPts val="2070"/>
              </a:spcBef>
            </a:pPr>
            <a:r>
              <a:rPr spc="10" dirty="0"/>
              <a:t>Y</a:t>
            </a:r>
            <a:r>
              <a:rPr spc="125" dirty="0"/>
              <a:t>e</a:t>
            </a:r>
            <a:r>
              <a:rPr spc="5" dirty="0"/>
              <a:t>s</a:t>
            </a:r>
            <a:r>
              <a:rPr spc="45" dirty="0"/>
              <a:t>:</a:t>
            </a:r>
            <a:r>
              <a:rPr dirty="0"/>
              <a:t> </a:t>
            </a:r>
            <a:r>
              <a:rPr spc="-170" dirty="0"/>
              <a:t> </a:t>
            </a:r>
            <a:r>
              <a:rPr spc="-50" dirty="0"/>
              <a:t>p</a:t>
            </a:r>
            <a:r>
              <a:rPr spc="165" dirty="0"/>
              <a:t>r</a:t>
            </a:r>
            <a:r>
              <a:rPr spc="310" dirty="0"/>
              <a:t>e</a:t>
            </a:r>
            <a:r>
              <a:rPr spc="185" dirty="0"/>
              <a:t>-</a:t>
            </a:r>
            <a:r>
              <a:rPr spc="105" dirty="0"/>
              <a:t>s</a:t>
            </a:r>
            <a:r>
              <a:rPr spc="-60" dirty="0"/>
              <a:t>o</a:t>
            </a:r>
            <a:r>
              <a:rPr spc="225" dirty="0"/>
              <a:t>r</a:t>
            </a:r>
            <a:r>
              <a:rPr spc="305" dirty="0"/>
              <a:t>t</a:t>
            </a:r>
            <a:r>
              <a:rPr dirty="0"/>
              <a:t> </a:t>
            </a:r>
            <a:r>
              <a:rPr spc="-170" dirty="0"/>
              <a:t> </a:t>
            </a:r>
            <a:r>
              <a:rPr spc="120" dirty="0"/>
              <a:t>a</a:t>
            </a:r>
            <a:r>
              <a:rPr spc="140" dirty="0"/>
              <a:t>l</a:t>
            </a:r>
            <a:r>
              <a:rPr spc="180" dirty="0"/>
              <a:t>l</a:t>
            </a:r>
            <a:r>
              <a:rPr dirty="0"/>
              <a:t> </a:t>
            </a:r>
            <a:r>
              <a:rPr spc="-170" dirty="0"/>
              <a:t> </a:t>
            </a:r>
            <a:r>
              <a:rPr spc="40" dirty="0"/>
              <a:t>p</a:t>
            </a:r>
            <a:r>
              <a:rPr spc="-10" dirty="0"/>
              <a:t>o</a:t>
            </a:r>
            <a:r>
              <a:rPr spc="50" dirty="0"/>
              <a:t>i</a:t>
            </a:r>
            <a:r>
              <a:rPr spc="-125" dirty="0"/>
              <a:t>n</a:t>
            </a:r>
            <a:r>
              <a:rPr spc="305" dirty="0"/>
              <a:t>t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0" dirty="0"/>
              <a:t>b</a:t>
            </a:r>
            <a:r>
              <a:rPr spc="215" dirty="0"/>
              <a:t>y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x</a:t>
            </a:r>
            <a:r>
              <a:rPr spc="425" dirty="0"/>
              <a:t>-</a:t>
            </a:r>
            <a:r>
              <a:rPr dirty="0"/>
              <a:t> </a:t>
            </a:r>
            <a:r>
              <a:rPr spc="-170" dirty="0"/>
              <a:t> </a:t>
            </a:r>
            <a:r>
              <a:rPr spc="140" dirty="0"/>
              <a:t>a</a:t>
            </a:r>
            <a:r>
              <a:rPr spc="75" dirty="0"/>
              <a:t>n</a:t>
            </a:r>
            <a:r>
              <a:rPr spc="-30" dirty="0"/>
              <a:t>d</a:t>
            </a:r>
            <a:r>
              <a:rPr dirty="0"/>
              <a:t> </a:t>
            </a:r>
            <a:r>
              <a:rPr spc="-170" dirty="0"/>
              <a:t> </a:t>
            </a:r>
            <a:r>
              <a:rPr spc="120" dirty="0"/>
              <a:t>y</a:t>
            </a:r>
            <a:r>
              <a:rPr spc="420" dirty="0"/>
              <a:t>-</a:t>
            </a:r>
            <a:r>
              <a:rPr spc="95" dirty="0"/>
              <a:t>c</a:t>
            </a:r>
            <a:r>
              <a:rPr dirty="0"/>
              <a:t>o</a:t>
            </a:r>
            <a:r>
              <a:rPr spc="-60" dirty="0"/>
              <a:t>o</a:t>
            </a:r>
            <a:r>
              <a:rPr spc="240" dirty="0"/>
              <a:t>r</a:t>
            </a:r>
            <a:r>
              <a:rPr spc="-30" dirty="0"/>
              <a:t>d</a:t>
            </a:r>
            <a:r>
              <a:rPr spc="50" dirty="0"/>
              <a:t>i</a:t>
            </a:r>
            <a:r>
              <a:rPr spc="-30" dirty="0"/>
              <a:t>n</a:t>
            </a:r>
            <a:r>
              <a:rPr spc="-35" dirty="0"/>
              <a:t>a</a:t>
            </a:r>
            <a:r>
              <a:rPr spc="175" dirty="0"/>
              <a:t>t</a:t>
            </a:r>
            <a:r>
              <a:rPr spc="125" dirty="0"/>
              <a:t>e</a:t>
            </a:r>
            <a:r>
              <a:rPr spc="5" dirty="0"/>
              <a:t>s</a:t>
            </a:r>
            <a:r>
              <a:rPr spc="10" dirty="0"/>
              <a:t>,</a:t>
            </a:r>
            <a:r>
              <a:rPr dirty="0"/>
              <a:t> </a:t>
            </a:r>
            <a:r>
              <a:rPr spc="-170" dirty="0"/>
              <a:t> </a:t>
            </a:r>
            <a:r>
              <a:rPr spc="140" dirty="0"/>
              <a:t>a</a:t>
            </a:r>
            <a:r>
              <a:rPr spc="75" dirty="0"/>
              <a:t>n</a:t>
            </a:r>
            <a:r>
              <a:rPr spc="-30" dirty="0"/>
              <a:t>d</a:t>
            </a:r>
            <a:r>
              <a:rPr spc="-15" dirty="0"/>
              <a:t> </a:t>
            </a:r>
            <a:r>
              <a:rPr spc="50" dirty="0"/>
              <a:t>fi</a:t>
            </a:r>
            <a:r>
              <a:rPr spc="-85" dirty="0"/>
              <a:t>l</a:t>
            </a:r>
            <a:r>
              <a:rPr spc="175" dirty="0"/>
              <a:t>t</a:t>
            </a:r>
            <a:r>
              <a:rPr spc="125" dirty="0"/>
              <a:t>e</a:t>
            </a:r>
            <a:r>
              <a:rPr spc="225" dirty="0"/>
              <a:t>r</a:t>
            </a:r>
            <a:r>
              <a:rPr dirty="0"/>
              <a:t> </a:t>
            </a:r>
            <a:r>
              <a:rPr spc="-165" dirty="0"/>
              <a:t> </a:t>
            </a:r>
            <a:r>
              <a:rPr spc="-5" dirty="0"/>
              <a:t>s</a:t>
            </a:r>
            <a:r>
              <a:rPr spc="35" dirty="0"/>
              <a:t>o</a:t>
            </a:r>
            <a:r>
              <a:rPr spc="225" dirty="0"/>
              <a:t>r</a:t>
            </a:r>
            <a:r>
              <a:rPr spc="175" dirty="0"/>
              <a:t>t</a:t>
            </a:r>
            <a:r>
              <a:rPr spc="185" dirty="0"/>
              <a:t>e</a:t>
            </a:r>
            <a:r>
              <a:rPr spc="-30" dirty="0"/>
              <a:t>d</a:t>
            </a:r>
            <a:r>
              <a:rPr dirty="0"/>
              <a:t> </a:t>
            </a:r>
            <a:r>
              <a:rPr spc="-170" dirty="0"/>
              <a:t> </a:t>
            </a:r>
            <a:r>
              <a:rPr spc="65" dirty="0"/>
              <a:t>l</a:t>
            </a:r>
            <a:r>
              <a:rPr spc="50" dirty="0"/>
              <a:t>i</a:t>
            </a:r>
            <a:r>
              <a:rPr spc="-15" dirty="0"/>
              <a:t>s</a:t>
            </a:r>
            <a:r>
              <a:rPr spc="305" dirty="0"/>
              <a:t>t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90" dirty="0"/>
              <a:t>t</a:t>
            </a:r>
            <a:r>
              <a:rPr spc="-95" dirty="0"/>
              <a:t>o</a:t>
            </a:r>
            <a:r>
              <a:rPr dirty="0"/>
              <a:t> </a:t>
            </a:r>
            <a:r>
              <a:rPr spc="-165" dirty="0"/>
              <a:t> </a:t>
            </a:r>
            <a:r>
              <a:rPr spc="20" dirty="0"/>
              <a:t>fi</a:t>
            </a:r>
            <a:r>
              <a:rPr spc="145" dirty="0"/>
              <a:t>n</a:t>
            </a:r>
            <a:r>
              <a:rPr spc="-30" dirty="0"/>
              <a:t>d</a:t>
            </a:r>
            <a:r>
              <a:rPr dirty="0"/>
              <a:t> </a:t>
            </a:r>
            <a:r>
              <a:rPr spc="-180" dirty="0"/>
              <a:t> </a:t>
            </a:r>
            <a:r>
              <a:rPr spc="305" dirty="0"/>
              <a:t>t</a:t>
            </a:r>
            <a:r>
              <a:rPr spc="45" dirty="0"/>
              <a:t>h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40" dirty="0"/>
              <a:t>p</a:t>
            </a:r>
            <a:r>
              <a:rPr spc="-10" dirty="0"/>
              <a:t>o</a:t>
            </a:r>
            <a:r>
              <a:rPr spc="50" dirty="0"/>
              <a:t>i</a:t>
            </a:r>
            <a:r>
              <a:rPr spc="-125" dirty="0"/>
              <a:t>n</a:t>
            </a:r>
            <a:r>
              <a:rPr spc="305" dirty="0"/>
              <a:t>t</a:t>
            </a:r>
            <a:r>
              <a:rPr spc="105" dirty="0"/>
              <a:t>s</a:t>
            </a:r>
            <a:r>
              <a:rPr dirty="0"/>
              <a:t> </a:t>
            </a:r>
            <a:r>
              <a:rPr spc="-170" dirty="0"/>
              <a:t> </a:t>
            </a:r>
            <a:r>
              <a:rPr spc="105" dirty="0"/>
              <a:t>w</a:t>
            </a:r>
            <a:r>
              <a:rPr spc="-135" dirty="0"/>
              <a:t>i</a:t>
            </a:r>
            <a:r>
              <a:rPr spc="305" dirty="0"/>
              <a:t>t</a:t>
            </a:r>
            <a:r>
              <a:rPr spc="90" dirty="0"/>
              <a:t>h</a:t>
            </a:r>
            <a:r>
              <a:rPr spc="50" dirty="0"/>
              <a:t>i</a:t>
            </a:r>
            <a:r>
              <a:rPr spc="-30" dirty="0"/>
              <a:t>n</a:t>
            </a:r>
            <a:r>
              <a:rPr dirty="0"/>
              <a:t> </a:t>
            </a:r>
            <a:r>
              <a:rPr spc="-170" dirty="0"/>
              <a:t> </a:t>
            </a:r>
            <a:r>
              <a:rPr spc="55" dirty="0">
                <a:latin typeface="Century Gothic"/>
                <a:cs typeface="Century Gothic"/>
              </a:rPr>
              <a:t>δ</a:t>
            </a:r>
            <a:r>
              <a:rPr spc="270" dirty="0">
                <a:latin typeface="Century Gothic"/>
                <a:cs typeface="Century Gothic"/>
              </a:rPr>
              <a:t> </a:t>
            </a:r>
            <a:r>
              <a:rPr spc="-95" dirty="0"/>
              <a:t>o</a:t>
            </a:r>
            <a:r>
              <a:rPr spc="320" dirty="0"/>
              <a:t>f</a:t>
            </a:r>
            <a:r>
              <a:rPr dirty="0"/>
              <a:t> </a:t>
            </a:r>
            <a:r>
              <a:rPr spc="-170" dirty="0"/>
              <a:t> </a:t>
            </a:r>
            <a:r>
              <a:rPr spc="250" dirty="0"/>
              <a:t>L</a:t>
            </a:r>
            <a:r>
              <a:rPr spc="110" dirty="0"/>
              <a:t>.</a:t>
            </a:r>
          </a:p>
          <a:p>
            <a:pPr marL="315595">
              <a:lnSpc>
                <a:spcPct val="100000"/>
              </a:lnSpc>
              <a:spcBef>
                <a:spcPts val="2220"/>
              </a:spcBef>
            </a:pPr>
            <a:r>
              <a:rPr spc="325" dirty="0"/>
              <a:t>S</a:t>
            </a:r>
            <a:r>
              <a:rPr spc="70" dirty="0"/>
              <a:t>ee</a:t>
            </a:r>
            <a:r>
              <a:rPr dirty="0"/>
              <a:t> </a:t>
            </a:r>
            <a:r>
              <a:rPr spc="-170" dirty="0"/>
              <a:t> </a:t>
            </a:r>
            <a:r>
              <a:rPr spc="305" dirty="0"/>
              <a:t>t</a:t>
            </a:r>
            <a:r>
              <a:rPr spc="45" dirty="0"/>
              <a:t>h</a:t>
            </a:r>
            <a:r>
              <a:rPr spc="70" dirty="0"/>
              <a:t>e</a:t>
            </a:r>
            <a:r>
              <a:rPr dirty="0"/>
              <a:t> </a:t>
            </a:r>
            <a:r>
              <a:rPr spc="-170" dirty="0"/>
              <a:t> </a:t>
            </a:r>
            <a:r>
              <a:rPr spc="90" dirty="0"/>
              <a:t>b</a:t>
            </a:r>
            <a:r>
              <a:rPr dirty="0"/>
              <a:t>o</a:t>
            </a:r>
            <a:r>
              <a:rPr spc="-95" dirty="0"/>
              <a:t>o</a:t>
            </a:r>
            <a:r>
              <a:rPr spc="190" dirty="0"/>
              <a:t>k</a:t>
            </a:r>
            <a:r>
              <a:rPr dirty="0"/>
              <a:t> </a:t>
            </a:r>
            <a:r>
              <a:rPr spc="-170" dirty="0"/>
              <a:t> </a:t>
            </a:r>
            <a:r>
              <a:rPr spc="240" dirty="0"/>
              <a:t>f</a:t>
            </a:r>
            <a:r>
              <a:rPr spc="-60" dirty="0"/>
              <a:t>o</a:t>
            </a:r>
            <a:r>
              <a:rPr spc="225" dirty="0"/>
              <a:t>r</a:t>
            </a:r>
            <a:r>
              <a:rPr dirty="0"/>
              <a:t> </a:t>
            </a:r>
            <a:r>
              <a:rPr spc="-170" dirty="0"/>
              <a:t> </a:t>
            </a:r>
            <a:r>
              <a:rPr spc="-30" dirty="0"/>
              <a:t>d</a:t>
            </a:r>
            <a:r>
              <a:rPr spc="-45" dirty="0"/>
              <a:t>e</a:t>
            </a:r>
            <a:r>
              <a:rPr spc="100" dirty="0"/>
              <a:t>t</a:t>
            </a:r>
            <a:r>
              <a:rPr spc="140" dirty="0"/>
              <a:t>a</a:t>
            </a:r>
            <a:r>
              <a:rPr spc="50" dirty="0"/>
              <a:t>i</a:t>
            </a:r>
            <a:r>
              <a:rPr spc="180" dirty="0"/>
              <a:t>l</a:t>
            </a:r>
            <a:r>
              <a:rPr spc="-50" dirty="0"/>
              <a:t>s</a:t>
            </a:r>
            <a:r>
              <a:rPr spc="11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B6CC8FAC044444A614A47F4C0CA942" ma:contentTypeVersion="2" ma:contentTypeDescription="Create a new document." ma:contentTypeScope="" ma:versionID="c8149e9e2ca07d1b5f84c88f800cdf6b">
  <xsd:schema xmlns:xsd="http://www.w3.org/2001/XMLSchema" xmlns:xs="http://www.w3.org/2001/XMLSchema" xmlns:p="http://schemas.microsoft.com/office/2006/metadata/properties" xmlns:ns2="074068a6-5f1c-45da-af16-719437111f82" targetNamespace="http://schemas.microsoft.com/office/2006/metadata/properties" ma:root="true" ma:fieldsID="789ecf5a46ed16ce99e891f2c93b714d" ns2:_="">
    <xsd:import namespace="074068a6-5f1c-45da-af16-719437111f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068a6-5f1c-45da-af16-719437111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778020-4684-4A12-AB04-5E430A5D32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4068a6-5f1c-45da-af16-719437111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4EFE23-6BC7-4DFE-975A-6870EFB7E4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D3D203-D893-4077-858C-33140CB187B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lides>38</Slides>
  <Notes>38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4</cp:revision>
  <dcterms:created xsi:type="dcterms:W3CDTF">2023-03-09T09:37:00Z</dcterms:created>
  <dcterms:modified xsi:type="dcterms:W3CDTF">2023-03-09T04:42:58Z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0x010100DCB6CC8FAC044444A614A47F4C0CA942</vt:lpwstr>
  </property>
</Properties>
</file>