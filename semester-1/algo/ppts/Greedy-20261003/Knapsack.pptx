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4996-5543-40E1-BBE1-938E98F2B6CE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4E6D-3AC3-42A0-BEB9-88145AD7A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86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4996-5543-40E1-BBE1-938E98F2B6CE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4E6D-3AC3-42A0-BEB9-88145AD7A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148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4996-5543-40E1-BBE1-938E98F2B6CE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4E6D-3AC3-42A0-BEB9-88145AD7A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893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4996-5543-40E1-BBE1-938E98F2B6CE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4E6D-3AC3-42A0-BEB9-88145AD7A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56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4996-5543-40E1-BBE1-938E98F2B6CE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4E6D-3AC3-42A0-BEB9-88145AD7A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153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4996-5543-40E1-BBE1-938E98F2B6CE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4E6D-3AC3-42A0-BEB9-88145AD7A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4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4996-5543-40E1-BBE1-938E98F2B6CE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4E6D-3AC3-42A0-BEB9-88145AD7A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362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4996-5543-40E1-BBE1-938E98F2B6CE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4E6D-3AC3-42A0-BEB9-88145AD7A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3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4996-5543-40E1-BBE1-938E98F2B6CE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4E6D-3AC3-42A0-BEB9-88145AD7A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204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4996-5543-40E1-BBE1-938E98F2B6CE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4E6D-3AC3-42A0-BEB9-88145AD7A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907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4996-5543-40E1-BBE1-938E98F2B6CE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4E6D-3AC3-42A0-BEB9-88145AD7A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030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74996-5543-40E1-BBE1-938E98F2B6CE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E4E6D-3AC3-42A0-BEB9-88145AD7A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736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226" y="322082"/>
            <a:ext cx="8471140" cy="635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317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409" y="521089"/>
            <a:ext cx="8368341" cy="617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3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178" y="84377"/>
            <a:ext cx="8774681" cy="659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28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56" y="327085"/>
            <a:ext cx="8304093" cy="633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47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09" y="527648"/>
            <a:ext cx="8113414" cy="594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980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017" y="382976"/>
            <a:ext cx="7892091" cy="616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920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506" y="434556"/>
            <a:ext cx="7898022" cy="581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10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302" y="522886"/>
            <a:ext cx="7999203" cy="582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075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735" y="598456"/>
            <a:ext cx="7765661" cy="568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09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371" y="536545"/>
            <a:ext cx="7838267" cy="581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93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629" y="423773"/>
            <a:ext cx="7760360" cy="580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534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688" y="467534"/>
            <a:ext cx="8111346" cy="599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29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15" y="545171"/>
            <a:ext cx="7992643" cy="594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382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299" y="384504"/>
            <a:ext cx="8098856" cy="610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27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947" y="533848"/>
            <a:ext cx="8081604" cy="603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406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09" y="562154"/>
            <a:ext cx="8294568" cy="607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09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csedept</dc:creator>
  <cp:lastModifiedBy>csedept</cp:lastModifiedBy>
  <cp:revision>1</cp:revision>
  <dcterms:created xsi:type="dcterms:W3CDTF">2023-03-27T05:49:16Z</dcterms:created>
  <dcterms:modified xsi:type="dcterms:W3CDTF">2023-03-27T05:49:33Z</dcterms:modified>
</cp:coreProperties>
</file>