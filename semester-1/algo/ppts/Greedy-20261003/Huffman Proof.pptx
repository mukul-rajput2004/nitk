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4.png" ContentType="image/png"/>
  <Override PartName="/ppt/media/image27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29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1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s/slide3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DC712-6328-4F8A-B279-9BF031BC51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D0CF57-9715-4D8D-97F5-A0D0EC4182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F925B8-D35B-49EA-B761-6233CA4027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6D8C9D-31B5-4921-BCE0-D0CC4EEF38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BA9436-DA85-4D1F-9983-66D5D39199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16B9B5-5213-4AE0-89CF-86439A0EEC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6F1E39-5525-412C-9C7E-F76C3CABBD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16D158-10DA-4D05-B843-B73984ACA2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5878F1-5B8F-427D-8919-2A9C4C31B9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856D8-D446-47ED-8706-BF84FD56FB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A81E2A-0158-4547-A524-C490AD594B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A4877F-1113-4E6F-A767-95BD58FF4A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580508-D208-4AC3-A9C9-77119F63F0FA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3" descr=""/>
          <p:cNvPicPr/>
          <p:nvPr/>
        </p:nvPicPr>
        <p:blipFill>
          <a:blip r:embed="rId1"/>
          <a:stretch/>
        </p:blipFill>
        <p:spPr>
          <a:xfrm>
            <a:off x="1739520" y="229680"/>
            <a:ext cx="8076960" cy="574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1" descr=""/>
          <p:cNvPicPr/>
          <p:nvPr/>
        </p:nvPicPr>
        <p:blipFill>
          <a:blip r:embed="rId1"/>
          <a:stretch/>
        </p:blipFill>
        <p:spPr>
          <a:xfrm>
            <a:off x="1002600" y="375120"/>
            <a:ext cx="8028720" cy="582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1" descr=""/>
          <p:cNvPicPr/>
          <p:nvPr/>
        </p:nvPicPr>
        <p:blipFill>
          <a:blip r:embed="rId1"/>
          <a:stretch/>
        </p:blipFill>
        <p:spPr>
          <a:xfrm>
            <a:off x="1000800" y="444960"/>
            <a:ext cx="8539920" cy="573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" descr=""/>
          <p:cNvPicPr/>
          <p:nvPr/>
        </p:nvPicPr>
        <p:blipFill>
          <a:blip r:embed="rId1"/>
          <a:stretch/>
        </p:blipFill>
        <p:spPr>
          <a:xfrm>
            <a:off x="1556640" y="632160"/>
            <a:ext cx="7569720" cy="572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1" descr=""/>
          <p:cNvPicPr/>
          <p:nvPr/>
        </p:nvPicPr>
        <p:blipFill>
          <a:blip r:embed="rId1"/>
          <a:stretch/>
        </p:blipFill>
        <p:spPr>
          <a:xfrm>
            <a:off x="1493280" y="599760"/>
            <a:ext cx="735696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1" descr=""/>
          <p:cNvPicPr/>
          <p:nvPr/>
        </p:nvPicPr>
        <p:blipFill>
          <a:blip r:embed="rId1"/>
          <a:stretch/>
        </p:blipFill>
        <p:spPr>
          <a:xfrm>
            <a:off x="1576800" y="791280"/>
            <a:ext cx="7437240" cy="560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" descr=""/>
          <p:cNvPicPr/>
          <p:nvPr/>
        </p:nvPicPr>
        <p:blipFill>
          <a:blip r:embed="rId1"/>
          <a:stretch/>
        </p:blipFill>
        <p:spPr>
          <a:xfrm>
            <a:off x="1560600" y="802800"/>
            <a:ext cx="6867000" cy="523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1" descr=""/>
          <p:cNvPicPr/>
          <p:nvPr/>
        </p:nvPicPr>
        <p:blipFill>
          <a:blip r:embed="rId1"/>
          <a:stretch/>
        </p:blipFill>
        <p:spPr>
          <a:xfrm>
            <a:off x="1393560" y="673200"/>
            <a:ext cx="7318800" cy="548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1" descr=""/>
          <p:cNvPicPr/>
          <p:nvPr/>
        </p:nvPicPr>
        <p:blipFill>
          <a:blip r:embed="rId1"/>
          <a:stretch/>
        </p:blipFill>
        <p:spPr>
          <a:xfrm>
            <a:off x="1508760" y="598680"/>
            <a:ext cx="7005240" cy="526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1" descr=""/>
          <p:cNvPicPr/>
          <p:nvPr/>
        </p:nvPicPr>
        <p:blipFill>
          <a:blip r:embed="rId1"/>
          <a:stretch/>
        </p:blipFill>
        <p:spPr>
          <a:xfrm>
            <a:off x="1463400" y="277560"/>
            <a:ext cx="7412760" cy="537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1" descr=""/>
          <p:cNvPicPr/>
          <p:nvPr/>
        </p:nvPicPr>
        <p:blipFill>
          <a:blip r:embed="rId1"/>
          <a:stretch/>
        </p:blipFill>
        <p:spPr>
          <a:xfrm>
            <a:off x="1610280" y="506160"/>
            <a:ext cx="7429680" cy="532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1" descr=""/>
          <p:cNvPicPr/>
          <p:nvPr/>
        </p:nvPicPr>
        <p:blipFill>
          <a:blip r:embed="rId1"/>
          <a:stretch/>
        </p:blipFill>
        <p:spPr>
          <a:xfrm>
            <a:off x="1723320" y="818280"/>
            <a:ext cx="6980040" cy="523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" descr=""/>
          <p:cNvPicPr/>
          <p:nvPr/>
        </p:nvPicPr>
        <p:blipFill>
          <a:blip r:embed="rId1"/>
          <a:stretch/>
        </p:blipFill>
        <p:spPr>
          <a:xfrm>
            <a:off x="1540440" y="422280"/>
            <a:ext cx="7689600" cy="579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1" descr=""/>
          <p:cNvPicPr/>
          <p:nvPr/>
        </p:nvPicPr>
        <p:blipFill>
          <a:blip r:embed="rId1"/>
          <a:stretch/>
        </p:blipFill>
        <p:spPr>
          <a:xfrm>
            <a:off x="1534680" y="499320"/>
            <a:ext cx="7298640" cy="521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1" descr=""/>
          <p:cNvPicPr/>
          <p:nvPr/>
        </p:nvPicPr>
        <p:blipFill>
          <a:blip r:embed="rId1"/>
          <a:stretch/>
        </p:blipFill>
        <p:spPr>
          <a:xfrm>
            <a:off x="1833480" y="870840"/>
            <a:ext cx="7146000" cy="538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1" descr=""/>
          <p:cNvPicPr/>
          <p:nvPr/>
        </p:nvPicPr>
        <p:blipFill>
          <a:blip r:embed="rId1"/>
          <a:stretch/>
        </p:blipFill>
        <p:spPr>
          <a:xfrm>
            <a:off x="1648440" y="722520"/>
            <a:ext cx="7063920" cy="538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2" descr=""/>
          <p:cNvPicPr/>
          <p:nvPr/>
        </p:nvPicPr>
        <p:blipFill>
          <a:blip r:embed="rId1"/>
          <a:stretch/>
        </p:blipFill>
        <p:spPr>
          <a:xfrm>
            <a:off x="1923840" y="653760"/>
            <a:ext cx="7228440" cy="552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1" descr=""/>
          <p:cNvPicPr/>
          <p:nvPr/>
        </p:nvPicPr>
        <p:blipFill>
          <a:blip r:embed="rId1"/>
          <a:stretch/>
        </p:blipFill>
        <p:spPr>
          <a:xfrm>
            <a:off x="1796400" y="718560"/>
            <a:ext cx="7312680" cy="548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"/>
          <p:cNvPicPr/>
          <p:nvPr/>
        </p:nvPicPr>
        <p:blipFill>
          <a:blip r:embed="rId1"/>
          <a:stretch/>
        </p:blipFill>
        <p:spPr>
          <a:xfrm>
            <a:off x="1626840" y="642240"/>
            <a:ext cx="7508160" cy="528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1" descr=""/>
          <p:cNvPicPr/>
          <p:nvPr/>
        </p:nvPicPr>
        <p:blipFill>
          <a:blip r:embed="rId1"/>
          <a:stretch/>
        </p:blipFill>
        <p:spPr>
          <a:xfrm>
            <a:off x="1870920" y="916200"/>
            <a:ext cx="7039800" cy="506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"/>
          <p:cNvPicPr/>
          <p:nvPr/>
        </p:nvPicPr>
        <p:blipFill>
          <a:blip r:embed="rId1"/>
          <a:stretch/>
        </p:blipFill>
        <p:spPr>
          <a:xfrm>
            <a:off x="1902600" y="849600"/>
            <a:ext cx="6947640" cy="522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1" descr=""/>
          <p:cNvPicPr/>
          <p:nvPr/>
        </p:nvPicPr>
        <p:blipFill>
          <a:blip r:embed="rId1"/>
          <a:stretch/>
        </p:blipFill>
        <p:spPr>
          <a:xfrm>
            <a:off x="1606320" y="488880"/>
            <a:ext cx="7433640" cy="54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" descr=""/>
          <p:cNvPicPr/>
          <p:nvPr/>
        </p:nvPicPr>
        <p:blipFill>
          <a:blip r:embed="rId1"/>
          <a:stretch/>
        </p:blipFill>
        <p:spPr>
          <a:xfrm>
            <a:off x="1586520" y="536760"/>
            <a:ext cx="7341480" cy="528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" descr=""/>
          <p:cNvPicPr/>
          <p:nvPr/>
        </p:nvPicPr>
        <p:blipFill>
          <a:blip r:embed="rId1"/>
          <a:stretch/>
        </p:blipFill>
        <p:spPr>
          <a:xfrm>
            <a:off x="2048400" y="675000"/>
            <a:ext cx="7535160" cy="543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" descr=""/>
          <p:cNvPicPr/>
          <p:nvPr/>
        </p:nvPicPr>
        <p:blipFill>
          <a:blip r:embed="rId1"/>
          <a:stretch/>
        </p:blipFill>
        <p:spPr>
          <a:xfrm>
            <a:off x="1842480" y="502200"/>
            <a:ext cx="7396200" cy="567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" descr=""/>
          <p:cNvPicPr/>
          <p:nvPr/>
        </p:nvPicPr>
        <p:blipFill>
          <a:blip r:embed="rId1"/>
          <a:stretch/>
        </p:blipFill>
        <p:spPr>
          <a:xfrm>
            <a:off x="2196000" y="1008360"/>
            <a:ext cx="7163280" cy="514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"/>
          <p:cNvPicPr/>
          <p:nvPr/>
        </p:nvPicPr>
        <p:blipFill>
          <a:blip r:embed="rId1"/>
          <a:stretch/>
        </p:blipFill>
        <p:spPr>
          <a:xfrm>
            <a:off x="2331000" y="992160"/>
            <a:ext cx="7494120" cy="551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1" descr=""/>
          <p:cNvPicPr/>
          <p:nvPr/>
        </p:nvPicPr>
        <p:blipFill>
          <a:blip r:embed="rId1"/>
          <a:stretch/>
        </p:blipFill>
        <p:spPr>
          <a:xfrm>
            <a:off x="1744560" y="619920"/>
            <a:ext cx="7268400" cy="527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" descr=""/>
          <p:cNvPicPr/>
          <p:nvPr/>
        </p:nvPicPr>
        <p:blipFill>
          <a:blip r:embed="rId1"/>
          <a:stretch/>
        </p:blipFill>
        <p:spPr>
          <a:xfrm>
            <a:off x="1798200" y="708840"/>
            <a:ext cx="7328160" cy="5571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" descr=""/>
          <p:cNvPicPr/>
          <p:nvPr/>
        </p:nvPicPr>
        <p:blipFill>
          <a:blip r:embed="rId1"/>
          <a:stretch/>
        </p:blipFill>
        <p:spPr>
          <a:xfrm>
            <a:off x="2044440" y="632520"/>
            <a:ext cx="7340760" cy="527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"/>
          <p:cNvPicPr/>
          <p:nvPr/>
        </p:nvPicPr>
        <p:blipFill>
          <a:blip r:embed="rId1"/>
          <a:stretch/>
        </p:blipFill>
        <p:spPr>
          <a:xfrm>
            <a:off x="1994760" y="784440"/>
            <a:ext cx="7209360" cy="536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1" descr=""/>
          <p:cNvPicPr/>
          <p:nvPr/>
        </p:nvPicPr>
        <p:blipFill>
          <a:blip r:embed="rId1"/>
          <a:stretch/>
        </p:blipFill>
        <p:spPr>
          <a:xfrm>
            <a:off x="1583280" y="799920"/>
            <a:ext cx="7663680" cy="526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  <Company>HP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2023-04-26T10:06:10Z</dcterms:created>
  <dc:creator>csedept</dc:creator>
  <dc:description/>
  <dc:language>en-IN</dc:language>
  <cp:lastModifiedBy>csedept</cp:lastModifiedBy>
  <dcterms:modified xsi:type="dcterms:W3CDTF">2023-04-26T10:10:41Z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32</vt:i4>
  </property>
</Properties>
</file>